
<file path=[Content_Types].xml><?xml version="1.0" encoding="utf-8"?>
<Types xmlns="http://schemas.openxmlformats.org/package/2006/content-types">
  <Default Extension="bin" ContentType="application/vnd.openxmlformats-officedocument.oleObject"/>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48" r:id="rId1"/>
  </p:sldMasterIdLst>
  <p:sldIdLst>
    <p:sldId id="256" r:id="rId2"/>
    <p:sldId id="257" r:id="rId3"/>
    <p:sldId id="258" r:id="rId4"/>
    <p:sldId id="259" r:id="rId5"/>
    <p:sldId id="267" r:id="rId6"/>
    <p:sldId id="268" r:id="rId7"/>
    <p:sldId id="260" r:id="rId8"/>
    <p:sldId id="261" r:id="rId9"/>
    <p:sldId id="262" r:id="rId10"/>
    <p:sldId id="265" r:id="rId11"/>
    <p:sldId id="266" r:id="rId12"/>
    <p:sldId id="263"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مقطع افتراضي" id="{5E91F0CA-9A4B-4603-AD0A-4CC843402E76}">
          <p14:sldIdLst>
            <p14:sldId id="256"/>
            <p14:sldId id="257"/>
            <p14:sldId id="258"/>
            <p14:sldId id="259"/>
            <p14:sldId id="267"/>
            <p14:sldId id="268"/>
            <p14:sldId id="260"/>
            <p14:sldId id="261"/>
            <p14:sldId id="262"/>
            <p14:sldId id="265"/>
            <p14:sldId id="266"/>
            <p14:sldId id="263"/>
            <p14:sldId id="269"/>
            <p14:sldId id="270"/>
            <p14:sldId id="271"/>
            <p14:sldId id="272"/>
            <p14:sldId id="273"/>
            <p14:sldId id="274"/>
            <p14:sldId id="275"/>
            <p14:sldId id="276"/>
            <p14:sldId id="277"/>
            <p14:sldId id="278"/>
            <p14:sldId id="279"/>
            <p14:sldId id="280"/>
            <p14:sldId id="281"/>
            <p14:sldId id="282"/>
          </p14:sldIdLst>
        </p14:section>
        <p14:section name="مقطع بدون عنوان" id="{9AB1DE59-871D-4629-ADC8-C9A1F5E2354E}">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AE0CE"/>
    <a:srgbClr val="660033"/>
    <a:srgbClr val="845E6A"/>
    <a:srgbClr val="865C7A"/>
    <a:srgbClr val="A0426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نمط متوسط 2 - تميي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النمط المتوسط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84956" autoAdjust="0"/>
    <p:restoredTop sz="94404" autoAdjust="0"/>
  </p:normalViewPr>
  <p:slideViewPr>
    <p:cSldViewPr snapToGrid="0">
      <p:cViewPr varScale="1">
        <p:scale>
          <a:sx n="85" d="100"/>
          <a:sy n="85" d="100"/>
        </p:scale>
        <p:origin x="59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embeddings/oleObject1.bin"/><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view3D>
      <c:rotX val="15"/>
      <c:rotY val="20"/>
      <c:depthPercent val="100"/>
      <c:rAngAx val="1"/>
    </c:view3D>
    <c:floor>
      <c:thickness val="0"/>
      <c:spPr>
        <a:noFill/>
        <a:ln w="19050" cap="flat" cmpd="sng" algn="ctr">
          <a:solidFill>
            <a:schemeClr val="tx1">
              <a:lumMod val="25000"/>
              <a:lumOff val="75000"/>
            </a:schemeClr>
          </a:solidFill>
          <a:round/>
        </a:ln>
        <a:effectLst/>
        <a:sp3d contourW="19050">
          <a:contourClr>
            <a:schemeClr val="tx1">
              <a:lumMod val="25000"/>
              <a:lumOff val="75000"/>
            </a:schemeClr>
          </a:contourClr>
        </a:sp3d>
      </c:spPr>
    </c:floor>
    <c:sideWall>
      <c:thickness val="0"/>
      <c:spPr>
        <a:noFill/>
        <a:ln>
          <a:noFill/>
        </a:ln>
        <a:effectLst/>
        <a:sp3d/>
      </c:spPr>
    </c:sideWall>
    <c:backWall>
      <c:thickness val="0"/>
      <c:spPr>
        <a:noFill/>
        <a:ln>
          <a:noFill/>
        </a:ln>
        <a:effectLst/>
        <a:sp3d/>
      </c:spPr>
    </c:backWall>
    <c:plotArea>
      <c:layout/>
      <c:bar3DChart>
        <c:barDir val="bar"/>
        <c:grouping val="stacked"/>
        <c:varyColors val="0"/>
        <c:ser>
          <c:idx val="0"/>
          <c:order val="0"/>
          <c:tx>
            <c:v>تاريخ البدء</c:v>
          </c:tx>
          <c:spPr>
            <a:noFill/>
            <a:ln>
              <a:noFill/>
            </a:ln>
            <a:effectLst/>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ورقة1!$A$2:$A$7</c:f>
              <c:strCache>
                <c:ptCount val="6"/>
                <c:pt idx="0">
                  <c:v>الدراسة المرجعية وجمع المتطلبات</c:v>
                </c:pt>
                <c:pt idx="1">
                  <c:v>تحديد المتطلبات</c:v>
                </c:pt>
                <c:pt idx="2">
                  <c:v>التكرار الأول (REQ-001 - REQ-006)</c:v>
                </c:pt>
                <c:pt idx="3">
                  <c:v>التكرار الثاني (REQ-007- REQ-012)</c:v>
                </c:pt>
                <c:pt idx="4">
                  <c:v>التكرار الثالث (REQ-013- REQ-018)</c:v>
                </c:pt>
                <c:pt idx="5">
                  <c:v>التوثيق</c:v>
                </c:pt>
              </c:strCache>
            </c:strRef>
          </c:cat>
          <c:val>
            <c:numRef>
              <c:f>ورقة1!$B$2:$B$7</c:f>
              <c:numCache>
                <c:formatCode>m/d/yyyy</c:formatCode>
                <c:ptCount val="6"/>
                <c:pt idx="0">
                  <c:v>45945</c:v>
                </c:pt>
                <c:pt idx="1">
                  <c:v>45951</c:v>
                </c:pt>
                <c:pt idx="2">
                  <c:v>45957</c:v>
                </c:pt>
                <c:pt idx="3">
                  <c:v>45967</c:v>
                </c:pt>
                <c:pt idx="4">
                  <c:v>45974</c:v>
                </c:pt>
                <c:pt idx="5">
                  <c:v>45945</c:v>
                </c:pt>
              </c:numCache>
            </c:numRef>
          </c:val>
          <c:extLst>
            <c:ext xmlns:c16="http://schemas.microsoft.com/office/drawing/2014/chart" uri="{C3380CC4-5D6E-409C-BE32-E72D297353CC}">
              <c16:uniqueId val="{00000000-E57F-46D5-8BA1-0C97F46EE410}"/>
            </c:ext>
          </c:extLst>
        </c:ser>
        <c:ser>
          <c:idx val="1"/>
          <c:order val="1"/>
          <c:tx>
            <c:v>المدة</c:v>
          </c:tx>
          <c:spPr>
            <a:pattFill prst="ltDnDiag">
              <a:fgClr>
                <a:schemeClr val="accent1">
                  <a:tint val="77000"/>
                </a:schemeClr>
              </a:fgClr>
              <a:bgClr>
                <a:schemeClr val="accent1">
                  <a:tint val="77000"/>
                  <a:lumMod val="20000"/>
                  <a:lumOff val="80000"/>
                </a:schemeClr>
              </a:bgClr>
            </a:pattFill>
            <a:ln>
              <a:solidFill>
                <a:schemeClr val="accent1">
                  <a:tint val="77000"/>
                </a:schemeClr>
              </a:solidFill>
            </a:ln>
            <a:effectLst/>
            <a:sp3d>
              <a:contourClr>
                <a:schemeClr val="accent1">
                  <a:tint val="77000"/>
                </a:schemeClr>
              </a:contourClr>
            </a:sp3d>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tx1">
                          <a:lumMod val="35000"/>
                          <a:lumOff val="65000"/>
                        </a:schemeClr>
                      </a:solidFill>
                    </a:ln>
                    <a:effectLst/>
                  </c:spPr>
                </c15:leaderLines>
              </c:ext>
            </c:extLst>
          </c:dLbls>
          <c:cat>
            <c:strRef>
              <c:f>ورقة1!$A$2:$A$7</c:f>
              <c:strCache>
                <c:ptCount val="6"/>
                <c:pt idx="0">
                  <c:v>الدراسة المرجعية وجمع المتطلبات</c:v>
                </c:pt>
                <c:pt idx="1">
                  <c:v>تحديد المتطلبات</c:v>
                </c:pt>
                <c:pt idx="2">
                  <c:v>التكرار الأول (REQ-001 - REQ-006)</c:v>
                </c:pt>
                <c:pt idx="3">
                  <c:v>التكرار الثاني (REQ-007- REQ-012)</c:v>
                </c:pt>
                <c:pt idx="4">
                  <c:v>التكرار الثالث (REQ-013- REQ-018)</c:v>
                </c:pt>
                <c:pt idx="5">
                  <c:v>التوثيق</c:v>
                </c:pt>
              </c:strCache>
            </c:strRef>
          </c:cat>
          <c:val>
            <c:numRef>
              <c:f>ورقة1!$D$2:$D$7</c:f>
              <c:numCache>
                <c:formatCode>General</c:formatCode>
                <c:ptCount val="6"/>
                <c:pt idx="0">
                  <c:v>5</c:v>
                </c:pt>
                <c:pt idx="1">
                  <c:v>5</c:v>
                </c:pt>
                <c:pt idx="2">
                  <c:v>9</c:v>
                </c:pt>
                <c:pt idx="3">
                  <c:v>6</c:v>
                </c:pt>
                <c:pt idx="4">
                  <c:v>6</c:v>
                </c:pt>
                <c:pt idx="5">
                  <c:v>61</c:v>
                </c:pt>
              </c:numCache>
            </c:numRef>
          </c:val>
          <c:extLst>
            <c:ext xmlns:c16="http://schemas.microsoft.com/office/drawing/2014/chart" uri="{C3380CC4-5D6E-409C-BE32-E72D297353CC}">
              <c16:uniqueId val="{00000001-E57F-46D5-8BA1-0C97F46EE410}"/>
            </c:ext>
          </c:extLst>
        </c:ser>
        <c:dLbls>
          <c:showLegendKey val="0"/>
          <c:showVal val="1"/>
          <c:showCatName val="0"/>
          <c:showSerName val="0"/>
          <c:showPercent val="0"/>
          <c:showBubbleSize val="0"/>
        </c:dLbls>
        <c:gapWidth val="95"/>
        <c:gapDepth val="95"/>
        <c:shape val="box"/>
        <c:axId val="2062720575"/>
        <c:axId val="2062731487"/>
        <c:axId val="0"/>
      </c:bar3DChart>
      <c:catAx>
        <c:axId val="2062720575"/>
        <c:scaling>
          <c:orientation val="maxMin"/>
        </c:scaling>
        <c:delete val="0"/>
        <c:axPos val="l"/>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062731487"/>
        <c:crosses val="autoZero"/>
        <c:auto val="1"/>
        <c:lblAlgn val="ctr"/>
        <c:lblOffset val="100"/>
        <c:noMultiLvlLbl val="0"/>
      </c:catAx>
      <c:valAx>
        <c:axId val="2062731487"/>
        <c:scaling>
          <c:orientation val="minMax"/>
          <c:min val="45940"/>
        </c:scaling>
        <c:delete val="1"/>
        <c:axPos val="t"/>
        <c:numFmt formatCode="m/d/yyyy" sourceLinked="1"/>
        <c:majorTickMark val="none"/>
        <c:minorTickMark val="none"/>
        <c:tickLblPos val="nextTo"/>
        <c:crossAx val="2062720575"/>
        <c:crosses val="autoZero"/>
        <c:crossBetween val="between"/>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99">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styleClr val="auto"/>
    </cs:lnRef>
    <cs:fillRef idx="0">
      <cs:styleClr val="auto"/>
    </cs:fillRef>
    <cs:effectRef idx="0"/>
    <cs:fontRef idx="minor">
      <a:schemeClr val="tx1"/>
    </cs:fontRef>
    <cs:spPr>
      <a:pattFill prst="ltDnDiag">
        <a:fgClr>
          <a:schemeClr val="phClr"/>
        </a:fgClr>
        <a:bgClr>
          <a:schemeClr val="phClr">
            <a:lumMod val="20000"/>
            <a:lumOff val="80000"/>
          </a:schemeClr>
        </a:bgClr>
      </a:pattFill>
      <a:ln>
        <a:solidFill>
          <a:schemeClr val="phClr"/>
        </a:solidFill>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spPr>
      <a:ln w="19050" cap="flat" cmpd="sng" algn="ctr">
        <a:solidFill>
          <a:schemeClr val="tx1">
            <a:lumMod val="25000"/>
            <a:lumOff val="75000"/>
          </a:schemeClr>
        </a:solidFill>
        <a:round/>
      </a:ln>
    </cs:spPr>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1C191D15-B82D-4606-BA3C-FEF0684CCD95}" type="doc">
      <dgm:prSet loTypeId="urn:microsoft.com/office/officeart/2005/8/layout/hierarchy2" loCatId="hierarchy" qsTypeId="urn:microsoft.com/office/officeart/2005/8/quickstyle/simple3" qsCatId="simple" csTypeId="urn:microsoft.com/office/officeart/2005/8/colors/colorful3" csCatId="colorful" phldr="1"/>
      <dgm:spPr/>
      <dgm:t>
        <a:bodyPr/>
        <a:lstStyle/>
        <a:p>
          <a:pPr rtl="1"/>
          <a:endParaRPr lang="ar-AE"/>
        </a:p>
      </dgm:t>
    </dgm:pt>
    <dgm:pt modelId="{3A195E68-45A2-401A-91C0-3C67F5E9C20F}">
      <dgm:prSet phldrT="[نص]"/>
      <dgm:spPr/>
      <dgm:t>
        <a:bodyPr/>
        <a:lstStyle/>
        <a:p>
          <a:pPr rtl="1"/>
          <a:r>
            <a:rPr lang="ar-AE" dirty="0"/>
            <a:t>الصفحة الرئيسية</a:t>
          </a:r>
        </a:p>
      </dgm:t>
    </dgm:pt>
    <dgm:pt modelId="{76AE54EA-1B30-49CA-A1DC-C7D252A8DDF4}" type="parTrans" cxnId="{E7B8ABE5-2A4D-4502-8C52-E29B5A4455C7}">
      <dgm:prSet/>
      <dgm:spPr/>
      <dgm:t>
        <a:bodyPr/>
        <a:lstStyle/>
        <a:p>
          <a:pPr rtl="1"/>
          <a:endParaRPr lang="ar-AE"/>
        </a:p>
      </dgm:t>
    </dgm:pt>
    <dgm:pt modelId="{18C0B628-E6B3-4E5F-9D7B-908C203BDCBA}" type="sibTrans" cxnId="{E7B8ABE5-2A4D-4502-8C52-E29B5A4455C7}">
      <dgm:prSet/>
      <dgm:spPr/>
      <dgm:t>
        <a:bodyPr/>
        <a:lstStyle/>
        <a:p>
          <a:pPr rtl="1"/>
          <a:endParaRPr lang="ar-AE"/>
        </a:p>
      </dgm:t>
    </dgm:pt>
    <dgm:pt modelId="{0C1CBD85-76BD-4142-B804-F86F8852BEFE}">
      <dgm:prSet phldrT="[نص]"/>
      <dgm:spPr/>
      <dgm:t>
        <a:bodyPr/>
        <a:lstStyle/>
        <a:p>
          <a:pPr rtl="1"/>
          <a:r>
            <a:rPr lang="ar-AE" dirty="0"/>
            <a:t>تسجيل الدخول</a:t>
          </a:r>
        </a:p>
      </dgm:t>
    </dgm:pt>
    <dgm:pt modelId="{D193D23D-A123-4006-B23E-B79062797A18}" type="parTrans" cxnId="{CEF2F6E1-C12B-4C8C-BE6E-B5F248421F22}">
      <dgm:prSet/>
      <dgm:spPr/>
      <dgm:t>
        <a:bodyPr/>
        <a:lstStyle/>
        <a:p>
          <a:pPr rtl="1"/>
          <a:endParaRPr lang="ar-AE"/>
        </a:p>
      </dgm:t>
    </dgm:pt>
    <dgm:pt modelId="{FE326642-29CC-43E8-8C6D-9CC9A7293477}" type="sibTrans" cxnId="{CEF2F6E1-C12B-4C8C-BE6E-B5F248421F22}">
      <dgm:prSet/>
      <dgm:spPr/>
      <dgm:t>
        <a:bodyPr/>
        <a:lstStyle/>
        <a:p>
          <a:pPr rtl="1"/>
          <a:endParaRPr lang="ar-AE"/>
        </a:p>
      </dgm:t>
    </dgm:pt>
    <dgm:pt modelId="{DC233DCB-4318-49B2-80D0-78AE231DF5AD}">
      <dgm:prSet phldrT="[نص]"/>
      <dgm:spPr/>
      <dgm:t>
        <a:bodyPr/>
        <a:lstStyle/>
        <a:p>
          <a:pPr rtl="1"/>
          <a:r>
            <a:rPr lang="ar-AE" dirty="0"/>
            <a:t>لوحة التحكم</a:t>
          </a:r>
        </a:p>
      </dgm:t>
    </dgm:pt>
    <dgm:pt modelId="{88E46686-8CA3-4E17-A02F-32D59A1FF0C9}" type="parTrans" cxnId="{40B5866B-9F83-47E5-ABD1-C1F3A45A90CD}">
      <dgm:prSet/>
      <dgm:spPr/>
      <dgm:t>
        <a:bodyPr/>
        <a:lstStyle/>
        <a:p>
          <a:pPr rtl="1"/>
          <a:endParaRPr lang="ar-AE"/>
        </a:p>
      </dgm:t>
    </dgm:pt>
    <dgm:pt modelId="{2AE38C09-06D5-4F9F-AE30-C36F748E7E14}" type="sibTrans" cxnId="{40B5866B-9F83-47E5-ABD1-C1F3A45A90CD}">
      <dgm:prSet/>
      <dgm:spPr/>
      <dgm:t>
        <a:bodyPr/>
        <a:lstStyle/>
        <a:p>
          <a:pPr rtl="1"/>
          <a:endParaRPr lang="ar-AE"/>
        </a:p>
      </dgm:t>
    </dgm:pt>
    <dgm:pt modelId="{15CEF3C5-995E-4060-9278-B8BB523D185B}">
      <dgm:prSet/>
      <dgm:spPr/>
      <dgm:t>
        <a:bodyPr/>
        <a:lstStyle/>
        <a:p>
          <a:pPr rtl="1"/>
          <a:r>
            <a:rPr lang="ar-AE" dirty="0"/>
            <a:t>إدارة الأطباء</a:t>
          </a:r>
        </a:p>
      </dgm:t>
    </dgm:pt>
    <dgm:pt modelId="{6DB16535-682E-44A4-9684-BC55835EBAD3}" type="parTrans" cxnId="{A6940664-3A37-42AE-A95D-9C9E53110709}">
      <dgm:prSet/>
      <dgm:spPr/>
      <dgm:t>
        <a:bodyPr/>
        <a:lstStyle/>
        <a:p>
          <a:pPr rtl="1"/>
          <a:endParaRPr lang="ar-AE"/>
        </a:p>
      </dgm:t>
    </dgm:pt>
    <dgm:pt modelId="{586786CB-FE14-4764-A622-27E2172A7FF6}" type="sibTrans" cxnId="{A6940664-3A37-42AE-A95D-9C9E53110709}">
      <dgm:prSet/>
      <dgm:spPr/>
      <dgm:t>
        <a:bodyPr/>
        <a:lstStyle/>
        <a:p>
          <a:pPr rtl="1"/>
          <a:endParaRPr lang="ar-AE"/>
        </a:p>
      </dgm:t>
    </dgm:pt>
    <dgm:pt modelId="{5F426758-6B44-4947-A39E-30C67B9759A4}">
      <dgm:prSet/>
      <dgm:spPr/>
      <dgm:t>
        <a:bodyPr/>
        <a:lstStyle/>
        <a:p>
          <a:pPr rtl="1"/>
          <a:r>
            <a:rPr lang="ar-AE" dirty="0"/>
            <a:t>إدارة الأخصائيين</a:t>
          </a:r>
        </a:p>
      </dgm:t>
    </dgm:pt>
    <dgm:pt modelId="{88988A16-62C5-4B7F-9B35-34391A68183F}" type="parTrans" cxnId="{16E6B4A6-C1A8-407F-9AC4-D746F6BEA117}">
      <dgm:prSet/>
      <dgm:spPr/>
      <dgm:t>
        <a:bodyPr/>
        <a:lstStyle/>
        <a:p>
          <a:pPr rtl="1"/>
          <a:endParaRPr lang="ar-AE"/>
        </a:p>
      </dgm:t>
    </dgm:pt>
    <dgm:pt modelId="{F7524112-6922-457E-A495-440F52D4F808}" type="sibTrans" cxnId="{16E6B4A6-C1A8-407F-9AC4-D746F6BEA117}">
      <dgm:prSet/>
      <dgm:spPr/>
      <dgm:t>
        <a:bodyPr/>
        <a:lstStyle/>
        <a:p>
          <a:pPr rtl="1"/>
          <a:endParaRPr lang="ar-AE"/>
        </a:p>
      </dgm:t>
    </dgm:pt>
    <dgm:pt modelId="{68EDC3D0-23BE-4D58-AAF5-E44D4B98ECE3}">
      <dgm:prSet/>
      <dgm:spPr/>
      <dgm:t>
        <a:bodyPr/>
        <a:lstStyle/>
        <a:p>
          <a:pPr rtl="1"/>
          <a:r>
            <a:rPr lang="ar-AE" dirty="0"/>
            <a:t>إدارة الموظفين</a:t>
          </a:r>
        </a:p>
      </dgm:t>
    </dgm:pt>
    <dgm:pt modelId="{B690A15E-8E61-4FB8-AE60-DB64F9664F7D}" type="parTrans" cxnId="{1A1823CC-B2AC-40E2-ACDD-5C207BC4482C}">
      <dgm:prSet/>
      <dgm:spPr/>
      <dgm:t>
        <a:bodyPr/>
        <a:lstStyle/>
        <a:p>
          <a:pPr rtl="1"/>
          <a:endParaRPr lang="ar-AE"/>
        </a:p>
      </dgm:t>
    </dgm:pt>
    <dgm:pt modelId="{91D3643E-62AA-4743-9086-EA03F0E08F91}" type="sibTrans" cxnId="{1A1823CC-B2AC-40E2-ACDD-5C207BC4482C}">
      <dgm:prSet/>
      <dgm:spPr/>
      <dgm:t>
        <a:bodyPr/>
        <a:lstStyle/>
        <a:p>
          <a:pPr rtl="1"/>
          <a:endParaRPr lang="ar-AE"/>
        </a:p>
      </dgm:t>
    </dgm:pt>
    <dgm:pt modelId="{7AE90C1F-F785-4A5A-8843-25FB86124E34}">
      <dgm:prSet/>
      <dgm:spPr/>
      <dgm:t>
        <a:bodyPr/>
        <a:lstStyle/>
        <a:p>
          <a:pPr rtl="1"/>
          <a:r>
            <a:rPr lang="ar-AE" dirty="0"/>
            <a:t>قائمة المرضى</a:t>
          </a:r>
        </a:p>
      </dgm:t>
    </dgm:pt>
    <dgm:pt modelId="{5CA7F60D-3381-4F27-B71F-773ACC14D01C}" type="parTrans" cxnId="{1D64E50E-C755-497F-9754-3E3C6605C13E}">
      <dgm:prSet/>
      <dgm:spPr/>
      <dgm:t>
        <a:bodyPr/>
        <a:lstStyle/>
        <a:p>
          <a:pPr rtl="1"/>
          <a:endParaRPr lang="ar-AE"/>
        </a:p>
      </dgm:t>
    </dgm:pt>
    <dgm:pt modelId="{D06EDAA3-5A62-44F9-9822-0F20BDBF1685}" type="sibTrans" cxnId="{1D64E50E-C755-497F-9754-3E3C6605C13E}">
      <dgm:prSet/>
      <dgm:spPr/>
      <dgm:t>
        <a:bodyPr/>
        <a:lstStyle/>
        <a:p>
          <a:pPr rtl="1"/>
          <a:endParaRPr lang="ar-AE"/>
        </a:p>
      </dgm:t>
    </dgm:pt>
    <dgm:pt modelId="{6BFF57D4-F116-4AD4-B346-F40804AB073E}">
      <dgm:prSet/>
      <dgm:spPr/>
      <dgm:t>
        <a:bodyPr/>
        <a:lstStyle/>
        <a:p>
          <a:pPr rtl="1"/>
          <a:r>
            <a:rPr lang="ar-AE" dirty="0"/>
            <a:t>المقالات</a:t>
          </a:r>
        </a:p>
      </dgm:t>
    </dgm:pt>
    <dgm:pt modelId="{33FA9E7E-86D1-43C1-BFA7-97874065A0F3}" type="parTrans" cxnId="{3048F076-AD85-4B1E-B4B7-8BAB99BFF448}">
      <dgm:prSet/>
      <dgm:spPr/>
      <dgm:t>
        <a:bodyPr/>
        <a:lstStyle/>
        <a:p>
          <a:pPr rtl="1"/>
          <a:endParaRPr lang="ar-AE"/>
        </a:p>
      </dgm:t>
    </dgm:pt>
    <dgm:pt modelId="{BB997F75-FD82-4FB2-83DC-F853542359C3}" type="sibTrans" cxnId="{3048F076-AD85-4B1E-B4B7-8BAB99BFF448}">
      <dgm:prSet/>
      <dgm:spPr/>
      <dgm:t>
        <a:bodyPr/>
        <a:lstStyle/>
        <a:p>
          <a:pPr rtl="1"/>
          <a:endParaRPr lang="ar-AE"/>
        </a:p>
      </dgm:t>
    </dgm:pt>
    <dgm:pt modelId="{D97E9A6A-2BFD-4003-AD58-708B07CA55D9}">
      <dgm:prSet/>
      <dgm:spPr/>
      <dgm:t>
        <a:bodyPr/>
        <a:lstStyle/>
        <a:p>
          <a:pPr rtl="1"/>
          <a:r>
            <a:rPr lang="ar-AE" dirty="0"/>
            <a:t>الاستبيانات</a:t>
          </a:r>
        </a:p>
      </dgm:t>
    </dgm:pt>
    <dgm:pt modelId="{90E8720D-45E0-43D4-B77D-31EAB147DA36}" type="parTrans" cxnId="{243FEB87-23A0-48CE-A98F-82D34C2C18B4}">
      <dgm:prSet/>
      <dgm:spPr/>
      <dgm:t>
        <a:bodyPr/>
        <a:lstStyle/>
        <a:p>
          <a:pPr rtl="1"/>
          <a:endParaRPr lang="ar-AE"/>
        </a:p>
      </dgm:t>
    </dgm:pt>
    <dgm:pt modelId="{D9DDB2DD-B30A-42A2-8144-9361E473523D}" type="sibTrans" cxnId="{243FEB87-23A0-48CE-A98F-82D34C2C18B4}">
      <dgm:prSet/>
      <dgm:spPr/>
      <dgm:t>
        <a:bodyPr/>
        <a:lstStyle/>
        <a:p>
          <a:pPr rtl="1"/>
          <a:endParaRPr lang="ar-AE"/>
        </a:p>
      </dgm:t>
    </dgm:pt>
    <dgm:pt modelId="{875A233F-4C19-42A9-87A9-CE3D9635133F}">
      <dgm:prSet/>
      <dgm:spPr/>
      <dgm:t>
        <a:bodyPr/>
        <a:lstStyle/>
        <a:p>
          <a:pPr rtl="1"/>
          <a:r>
            <a:rPr lang="ar-AE" dirty="0"/>
            <a:t>التقارير</a:t>
          </a:r>
        </a:p>
      </dgm:t>
    </dgm:pt>
    <dgm:pt modelId="{2294C622-0F2B-433D-B9D8-6C59311011C6}" type="parTrans" cxnId="{FF0FAA35-76DC-423C-8350-D451448DF851}">
      <dgm:prSet/>
      <dgm:spPr/>
      <dgm:t>
        <a:bodyPr/>
        <a:lstStyle/>
        <a:p>
          <a:pPr rtl="1"/>
          <a:endParaRPr lang="ar-AE"/>
        </a:p>
      </dgm:t>
    </dgm:pt>
    <dgm:pt modelId="{3FC567CE-2B3B-4CBA-B283-F0E387B0D4E0}" type="sibTrans" cxnId="{FF0FAA35-76DC-423C-8350-D451448DF851}">
      <dgm:prSet/>
      <dgm:spPr/>
      <dgm:t>
        <a:bodyPr/>
        <a:lstStyle/>
        <a:p>
          <a:pPr rtl="1"/>
          <a:endParaRPr lang="ar-AE"/>
        </a:p>
      </dgm:t>
    </dgm:pt>
    <dgm:pt modelId="{0779EA31-267A-4A31-A592-1AF0B8743797}">
      <dgm:prSet/>
      <dgm:spPr/>
      <dgm:t>
        <a:bodyPr/>
        <a:lstStyle/>
        <a:p>
          <a:pPr rtl="1"/>
          <a:r>
            <a:rPr lang="ar-AE" dirty="0"/>
            <a:t>التقييمات</a:t>
          </a:r>
        </a:p>
      </dgm:t>
    </dgm:pt>
    <dgm:pt modelId="{2BD63829-8AA6-44CD-8B5F-AF9241E7269E}" type="parTrans" cxnId="{E36F013D-14F3-4956-B6BB-380CF1A0ACE6}">
      <dgm:prSet/>
      <dgm:spPr/>
      <dgm:t>
        <a:bodyPr/>
        <a:lstStyle/>
        <a:p>
          <a:pPr rtl="1"/>
          <a:endParaRPr lang="ar-AE"/>
        </a:p>
      </dgm:t>
    </dgm:pt>
    <dgm:pt modelId="{63E22FF2-2FA3-4AA8-BFD6-C425EB43FD5D}" type="sibTrans" cxnId="{E36F013D-14F3-4956-B6BB-380CF1A0ACE6}">
      <dgm:prSet/>
      <dgm:spPr/>
      <dgm:t>
        <a:bodyPr/>
        <a:lstStyle/>
        <a:p>
          <a:pPr rtl="1"/>
          <a:endParaRPr lang="ar-AE"/>
        </a:p>
      </dgm:t>
    </dgm:pt>
    <dgm:pt modelId="{0E3BDCE3-D1DE-491F-9F03-891C468F5382}">
      <dgm:prSet/>
      <dgm:spPr/>
      <dgm:t>
        <a:bodyPr/>
        <a:lstStyle/>
        <a:p>
          <a:pPr rtl="1"/>
          <a:r>
            <a:rPr lang="ar-AE" dirty="0"/>
            <a:t>إعدادات النظام</a:t>
          </a:r>
        </a:p>
      </dgm:t>
    </dgm:pt>
    <dgm:pt modelId="{5BD827D7-3512-4C29-8856-53361FB8AAF2}" type="parTrans" cxnId="{F999C345-C1DF-47E0-9DCE-7B8E21CEC3D5}">
      <dgm:prSet/>
      <dgm:spPr/>
      <dgm:t>
        <a:bodyPr/>
        <a:lstStyle/>
        <a:p>
          <a:pPr rtl="1"/>
          <a:endParaRPr lang="ar-AE"/>
        </a:p>
      </dgm:t>
    </dgm:pt>
    <dgm:pt modelId="{8EC156E1-BF94-481B-9266-11402628D9F7}" type="sibTrans" cxnId="{F999C345-C1DF-47E0-9DCE-7B8E21CEC3D5}">
      <dgm:prSet/>
      <dgm:spPr/>
      <dgm:t>
        <a:bodyPr/>
        <a:lstStyle/>
        <a:p>
          <a:pPr rtl="1"/>
          <a:endParaRPr lang="ar-AE"/>
        </a:p>
      </dgm:t>
    </dgm:pt>
    <dgm:pt modelId="{CC9A3912-15DB-48F5-8203-01C341F2B03B}">
      <dgm:prSet/>
      <dgm:spPr/>
      <dgm:t>
        <a:bodyPr/>
        <a:lstStyle/>
        <a:p>
          <a:pPr rtl="1"/>
          <a:r>
            <a:rPr lang="ar-AE" dirty="0"/>
            <a:t>الملف الشخصي</a:t>
          </a:r>
        </a:p>
      </dgm:t>
    </dgm:pt>
    <dgm:pt modelId="{7ECD9B2B-DA0C-49C7-84AE-A86845A24DFD}" type="parTrans" cxnId="{6B863A94-F615-4563-AEE3-4DA31F6AB1D3}">
      <dgm:prSet/>
      <dgm:spPr/>
      <dgm:t>
        <a:bodyPr/>
        <a:lstStyle/>
        <a:p>
          <a:pPr rtl="1"/>
          <a:endParaRPr lang="ar-AE"/>
        </a:p>
      </dgm:t>
    </dgm:pt>
    <dgm:pt modelId="{3CD883B3-5A42-4C7F-8519-9042E0DEDAF5}" type="sibTrans" cxnId="{6B863A94-F615-4563-AEE3-4DA31F6AB1D3}">
      <dgm:prSet/>
      <dgm:spPr/>
      <dgm:t>
        <a:bodyPr/>
        <a:lstStyle/>
        <a:p>
          <a:pPr rtl="1"/>
          <a:endParaRPr lang="ar-AE"/>
        </a:p>
      </dgm:t>
    </dgm:pt>
    <dgm:pt modelId="{8B522771-2E72-43CF-9F29-50C711D744D5}" type="pres">
      <dgm:prSet presAssocID="{1C191D15-B82D-4606-BA3C-FEF0684CCD95}" presName="diagram" presStyleCnt="0">
        <dgm:presLayoutVars>
          <dgm:chPref val="1"/>
          <dgm:dir/>
          <dgm:animOne val="branch"/>
          <dgm:animLvl val="lvl"/>
          <dgm:resizeHandles val="exact"/>
        </dgm:presLayoutVars>
      </dgm:prSet>
      <dgm:spPr/>
    </dgm:pt>
    <dgm:pt modelId="{1AEFB808-A235-49DD-AF1D-FF4C34635B43}" type="pres">
      <dgm:prSet presAssocID="{3A195E68-45A2-401A-91C0-3C67F5E9C20F}" presName="root1" presStyleCnt="0"/>
      <dgm:spPr/>
    </dgm:pt>
    <dgm:pt modelId="{84AE88E4-0E89-4CBF-9283-1CD60F84999A}" type="pres">
      <dgm:prSet presAssocID="{3A195E68-45A2-401A-91C0-3C67F5E9C20F}" presName="LevelOneTextNode" presStyleLbl="node0" presStyleIdx="0" presStyleCnt="1">
        <dgm:presLayoutVars>
          <dgm:chPref val="3"/>
        </dgm:presLayoutVars>
      </dgm:prSet>
      <dgm:spPr/>
    </dgm:pt>
    <dgm:pt modelId="{1289F824-4E2E-42D0-95D9-C76409D8073E}" type="pres">
      <dgm:prSet presAssocID="{3A195E68-45A2-401A-91C0-3C67F5E9C20F}" presName="level2hierChild" presStyleCnt="0"/>
      <dgm:spPr/>
    </dgm:pt>
    <dgm:pt modelId="{19D9A69D-AAAD-4A66-B811-D9031CCA906C}" type="pres">
      <dgm:prSet presAssocID="{D193D23D-A123-4006-B23E-B79062797A18}" presName="conn2-1" presStyleLbl="parChTrans1D2" presStyleIdx="0" presStyleCnt="1"/>
      <dgm:spPr/>
    </dgm:pt>
    <dgm:pt modelId="{76CCEFD2-6707-4520-A4B3-6CED8BEA297C}" type="pres">
      <dgm:prSet presAssocID="{D193D23D-A123-4006-B23E-B79062797A18}" presName="connTx" presStyleLbl="parChTrans1D2" presStyleIdx="0" presStyleCnt="1"/>
      <dgm:spPr/>
    </dgm:pt>
    <dgm:pt modelId="{7CBD22EE-424A-48BF-9925-66ECA051358F}" type="pres">
      <dgm:prSet presAssocID="{0C1CBD85-76BD-4142-B804-F86F8852BEFE}" presName="root2" presStyleCnt="0"/>
      <dgm:spPr/>
    </dgm:pt>
    <dgm:pt modelId="{F64550BC-7FC0-4022-BD49-52ADC4BD891B}" type="pres">
      <dgm:prSet presAssocID="{0C1CBD85-76BD-4142-B804-F86F8852BEFE}" presName="LevelTwoTextNode" presStyleLbl="node2" presStyleIdx="0" presStyleCnt="1">
        <dgm:presLayoutVars>
          <dgm:chPref val="3"/>
        </dgm:presLayoutVars>
      </dgm:prSet>
      <dgm:spPr/>
    </dgm:pt>
    <dgm:pt modelId="{52081FF8-9C9C-487A-B855-914F3AE9F326}" type="pres">
      <dgm:prSet presAssocID="{0C1CBD85-76BD-4142-B804-F86F8852BEFE}" presName="level3hierChild" presStyleCnt="0"/>
      <dgm:spPr/>
    </dgm:pt>
    <dgm:pt modelId="{068D1252-56EF-49EC-BE17-FF0CA31F2F87}" type="pres">
      <dgm:prSet presAssocID="{88E46686-8CA3-4E17-A02F-32D59A1FF0C9}" presName="conn2-1" presStyleLbl="parChTrans1D3" presStyleIdx="0" presStyleCnt="1"/>
      <dgm:spPr/>
    </dgm:pt>
    <dgm:pt modelId="{97582AB7-81D5-4644-97C7-36180103C6D4}" type="pres">
      <dgm:prSet presAssocID="{88E46686-8CA3-4E17-A02F-32D59A1FF0C9}" presName="connTx" presStyleLbl="parChTrans1D3" presStyleIdx="0" presStyleCnt="1"/>
      <dgm:spPr/>
    </dgm:pt>
    <dgm:pt modelId="{1D0D9507-2A04-49C8-A161-10B4A4EB9D1F}" type="pres">
      <dgm:prSet presAssocID="{DC233DCB-4318-49B2-80D0-78AE231DF5AD}" presName="root2" presStyleCnt="0"/>
      <dgm:spPr/>
    </dgm:pt>
    <dgm:pt modelId="{E84BE0C2-05C2-4901-AA45-6DDB98BDF7CC}" type="pres">
      <dgm:prSet presAssocID="{DC233DCB-4318-49B2-80D0-78AE231DF5AD}" presName="LevelTwoTextNode" presStyleLbl="node3" presStyleIdx="0" presStyleCnt="1">
        <dgm:presLayoutVars>
          <dgm:chPref val="3"/>
        </dgm:presLayoutVars>
      </dgm:prSet>
      <dgm:spPr/>
    </dgm:pt>
    <dgm:pt modelId="{4747F17F-74A0-4F06-B33E-818565EE0EC0}" type="pres">
      <dgm:prSet presAssocID="{DC233DCB-4318-49B2-80D0-78AE231DF5AD}" presName="level3hierChild" presStyleCnt="0"/>
      <dgm:spPr/>
    </dgm:pt>
    <dgm:pt modelId="{D3DE14C5-A02A-4B5B-9344-8DFFE8CCD289}" type="pres">
      <dgm:prSet presAssocID="{6DB16535-682E-44A4-9684-BC55835EBAD3}" presName="conn2-1" presStyleLbl="parChTrans1D4" presStyleIdx="0" presStyleCnt="10"/>
      <dgm:spPr/>
    </dgm:pt>
    <dgm:pt modelId="{0EF9D9B9-C4E6-44B8-84DA-BAEB9F336BF1}" type="pres">
      <dgm:prSet presAssocID="{6DB16535-682E-44A4-9684-BC55835EBAD3}" presName="connTx" presStyleLbl="parChTrans1D4" presStyleIdx="0" presStyleCnt="10"/>
      <dgm:spPr/>
    </dgm:pt>
    <dgm:pt modelId="{74CFC9DB-52EF-4FEB-9BC3-D06A6AC8EF7F}" type="pres">
      <dgm:prSet presAssocID="{15CEF3C5-995E-4060-9278-B8BB523D185B}" presName="root2" presStyleCnt="0"/>
      <dgm:spPr/>
    </dgm:pt>
    <dgm:pt modelId="{183DA945-B649-4AC0-B8F7-3B2DE9499D02}" type="pres">
      <dgm:prSet presAssocID="{15CEF3C5-995E-4060-9278-B8BB523D185B}" presName="LevelTwoTextNode" presStyleLbl="node4" presStyleIdx="0" presStyleCnt="10">
        <dgm:presLayoutVars>
          <dgm:chPref val="3"/>
        </dgm:presLayoutVars>
      </dgm:prSet>
      <dgm:spPr/>
    </dgm:pt>
    <dgm:pt modelId="{5AA1CE14-6DB6-435E-A4C1-5E152F4B7D0B}" type="pres">
      <dgm:prSet presAssocID="{15CEF3C5-995E-4060-9278-B8BB523D185B}" presName="level3hierChild" presStyleCnt="0"/>
      <dgm:spPr/>
    </dgm:pt>
    <dgm:pt modelId="{125D8CB2-52B3-42E4-937F-FC2AE525DFFD}" type="pres">
      <dgm:prSet presAssocID="{88988A16-62C5-4B7F-9B35-34391A68183F}" presName="conn2-1" presStyleLbl="parChTrans1D4" presStyleIdx="1" presStyleCnt="10"/>
      <dgm:spPr/>
    </dgm:pt>
    <dgm:pt modelId="{0AF5E958-DB7C-40D5-A0C4-56C44CED3970}" type="pres">
      <dgm:prSet presAssocID="{88988A16-62C5-4B7F-9B35-34391A68183F}" presName="connTx" presStyleLbl="parChTrans1D4" presStyleIdx="1" presStyleCnt="10"/>
      <dgm:spPr/>
    </dgm:pt>
    <dgm:pt modelId="{4E6E25C1-1528-4B5C-B23C-261976444B97}" type="pres">
      <dgm:prSet presAssocID="{5F426758-6B44-4947-A39E-30C67B9759A4}" presName="root2" presStyleCnt="0"/>
      <dgm:spPr/>
    </dgm:pt>
    <dgm:pt modelId="{537D795A-0E5C-4708-BC47-5AC827E57201}" type="pres">
      <dgm:prSet presAssocID="{5F426758-6B44-4947-A39E-30C67B9759A4}" presName="LevelTwoTextNode" presStyleLbl="node4" presStyleIdx="1" presStyleCnt="10">
        <dgm:presLayoutVars>
          <dgm:chPref val="3"/>
        </dgm:presLayoutVars>
      </dgm:prSet>
      <dgm:spPr/>
    </dgm:pt>
    <dgm:pt modelId="{3DD4F159-AC5B-4F4C-B489-CD4F9CB59BB3}" type="pres">
      <dgm:prSet presAssocID="{5F426758-6B44-4947-A39E-30C67B9759A4}" presName="level3hierChild" presStyleCnt="0"/>
      <dgm:spPr/>
    </dgm:pt>
    <dgm:pt modelId="{2A2538FC-2CDC-4C4E-B5E7-31D4E05993BF}" type="pres">
      <dgm:prSet presAssocID="{B690A15E-8E61-4FB8-AE60-DB64F9664F7D}" presName="conn2-1" presStyleLbl="parChTrans1D4" presStyleIdx="2" presStyleCnt="10"/>
      <dgm:spPr/>
    </dgm:pt>
    <dgm:pt modelId="{B95E9B5D-680C-47DE-BC22-F5AEE0B3B9A2}" type="pres">
      <dgm:prSet presAssocID="{B690A15E-8E61-4FB8-AE60-DB64F9664F7D}" presName="connTx" presStyleLbl="parChTrans1D4" presStyleIdx="2" presStyleCnt="10"/>
      <dgm:spPr/>
    </dgm:pt>
    <dgm:pt modelId="{216B9E1D-F57B-4444-B26A-CED34C5025DF}" type="pres">
      <dgm:prSet presAssocID="{68EDC3D0-23BE-4D58-AAF5-E44D4B98ECE3}" presName="root2" presStyleCnt="0"/>
      <dgm:spPr/>
    </dgm:pt>
    <dgm:pt modelId="{05BB09A1-9398-4BD2-A221-5ECC0BEDE0BA}" type="pres">
      <dgm:prSet presAssocID="{68EDC3D0-23BE-4D58-AAF5-E44D4B98ECE3}" presName="LevelTwoTextNode" presStyleLbl="node4" presStyleIdx="2" presStyleCnt="10">
        <dgm:presLayoutVars>
          <dgm:chPref val="3"/>
        </dgm:presLayoutVars>
      </dgm:prSet>
      <dgm:spPr/>
    </dgm:pt>
    <dgm:pt modelId="{8AFC8966-6B7B-4B80-BD94-B424A7840DE0}" type="pres">
      <dgm:prSet presAssocID="{68EDC3D0-23BE-4D58-AAF5-E44D4B98ECE3}" presName="level3hierChild" presStyleCnt="0"/>
      <dgm:spPr/>
    </dgm:pt>
    <dgm:pt modelId="{B50EED6C-D8BB-4C25-91CB-12C0E06CD138}" type="pres">
      <dgm:prSet presAssocID="{5CA7F60D-3381-4F27-B71F-773ACC14D01C}" presName="conn2-1" presStyleLbl="parChTrans1D4" presStyleIdx="3" presStyleCnt="10"/>
      <dgm:spPr/>
    </dgm:pt>
    <dgm:pt modelId="{AE5102D7-613B-43D4-93FA-083992A0925B}" type="pres">
      <dgm:prSet presAssocID="{5CA7F60D-3381-4F27-B71F-773ACC14D01C}" presName="connTx" presStyleLbl="parChTrans1D4" presStyleIdx="3" presStyleCnt="10"/>
      <dgm:spPr/>
    </dgm:pt>
    <dgm:pt modelId="{350F1410-363B-46C8-BF19-6A20E7C3A2DA}" type="pres">
      <dgm:prSet presAssocID="{7AE90C1F-F785-4A5A-8843-25FB86124E34}" presName="root2" presStyleCnt="0"/>
      <dgm:spPr/>
    </dgm:pt>
    <dgm:pt modelId="{C296EA4B-6E6E-46D7-9CC1-D2DA80964F2B}" type="pres">
      <dgm:prSet presAssocID="{7AE90C1F-F785-4A5A-8843-25FB86124E34}" presName="LevelTwoTextNode" presStyleLbl="node4" presStyleIdx="3" presStyleCnt="10">
        <dgm:presLayoutVars>
          <dgm:chPref val="3"/>
        </dgm:presLayoutVars>
      </dgm:prSet>
      <dgm:spPr/>
    </dgm:pt>
    <dgm:pt modelId="{8F267BAF-8634-40D0-B3DF-88C0F87A9311}" type="pres">
      <dgm:prSet presAssocID="{7AE90C1F-F785-4A5A-8843-25FB86124E34}" presName="level3hierChild" presStyleCnt="0"/>
      <dgm:spPr/>
    </dgm:pt>
    <dgm:pt modelId="{58452DC9-8D9C-44BC-8BF4-5E24CCAC310E}" type="pres">
      <dgm:prSet presAssocID="{33FA9E7E-86D1-43C1-BFA7-97874065A0F3}" presName="conn2-1" presStyleLbl="parChTrans1D4" presStyleIdx="4" presStyleCnt="10"/>
      <dgm:spPr/>
    </dgm:pt>
    <dgm:pt modelId="{9F37C446-FCEB-4698-81A7-E8B611298619}" type="pres">
      <dgm:prSet presAssocID="{33FA9E7E-86D1-43C1-BFA7-97874065A0F3}" presName="connTx" presStyleLbl="parChTrans1D4" presStyleIdx="4" presStyleCnt="10"/>
      <dgm:spPr/>
    </dgm:pt>
    <dgm:pt modelId="{345D256C-1DFA-477C-965D-E22D2C14FDEE}" type="pres">
      <dgm:prSet presAssocID="{6BFF57D4-F116-4AD4-B346-F40804AB073E}" presName="root2" presStyleCnt="0"/>
      <dgm:spPr/>
    </dgm:pt>
    <dgm:pt modelId="{58905314-686C-41AE-AAD8-66883A8599F8}" type="pres">
      <dgm:prSet presAssocID="{6BFF57D4-F116-4AD4-B346-F40804AB073E}" presName="LevelTwoTextNode" presStyleLbl="node4" presStyleIdx="4" presStyleCnt="10">
        <dgm:presLayoutVars>
          <dgm:chPref val="3"/>
        </dgm:presLayoutVars>
      </dgm:prSet>
      <dgm:spPr/>
    </dgm:pt>
    <dgm:pt modelId="{827A7614-A21F-47A7-9BD6-01FFCCF66E9E}" type="pres">
      <dgm:prSet presAssocID="{6BFF57D4-F116-4AD4-B346-F40804AB073E}" presName="level3hierChild" presStyleCnt="0"/>
      <dgm:spPr/>
    </dgm:pt>
    <dgm:pt modelId="{788F975A-03EA-4DD2-ACCA-54CD5141FAF5}" type="pres">
      <dgm:prSet presAssocID="{90E8720D-45E0-43D4-B77D-31EAB147DA36}" presName="conn2-1" presStyleLbl="parChTrans1D4" presStyleIdx="5" presStyleCnt="10"/>
      <dgm:spPr/>
    </dgm:pt>
    <dgm:pt modelId="{C2F8986D-DF1D-48F8-BE55-C7D3A08B1987}" type="pres">
      <dgm:prSet presAssocID="{90E8720D-45E0-43D4-B77D-31EAB147DA36}" presName="connTx" presStyleLbl="parChTrans1D4" presStyleIdx="5" presStyleCnt="10"/>
      <dgm:spPr/>
    </dgm:pt>
    <dgm:pt modelId="{A726E76C-5E27-4BDF-BC7D-CEA2B473728B}" type="pres">
      <dgm:prSet presAssocID="{D97E9A6A-2BFD-4003-AD58-708B07CA55D9}" presName="root2" presStyleCnt="0"/>
      <dgm:spPr/>
    </dgm:pt>
    <dgm:pt modelId="{C0062832-F198-42CD-AF2E-F52EA0D6B03F}" type="pres">
      <dgm:prSet presAssocID="{D97E9A6A-2BFD-4003-AD58-708B07CA55D9}" presName="LevelTwoTextNode" presStyleLbl="node4" presStyleIdx="5" presStyleCnt="10">
        <dgm:presLayoutVars>
          <dgm:chPref val="3"/>
        </dgm:presLayoutVars>
      </dgm:prSet>
      <dgm:spPr/>
    </dgm:pt>
    <dgm:pt modelId="{94D61F1B-ADB1-41D7-B170-CDEAD5938717}" type="pres">
      <dgm:prSet presAssocID="{D97E9A6A-2BFD-4003-AD58-708B07CA55D9}" presName="level3hierChild" presStyleCnt="0"/>
      <dgm:spPr/>
    </dgm:pt>
    <dgm:pt modelId="{021AFA7B-846F-4236-BA2F-D92777C0A9C5}" type="pres">
      <dgm:prSet presAssocID="{2294C622-0F2B-433D-B9D8-6C59311011C6}" presName="conn2-1" presStyleLbl="parChTrans1D4" presStyleIdx="6" presStyleCnt="10"/>
      <dgm:spPr/>
    </dgm:pt>
    <dgm:pt modelId="{BBCEB992-C442-4FCC-AC64-079D3D96DC80}" type="pres">
      <dgm:prSet presAssocID="{2294C622-0F2B-433D-B9D8-6C59311011C6}" presName="connTx" presStyleLbl="parChTrans1D4" presStyleIdx="6" presStyleCnt="10"/>
      <dgm:spPr/>
    </dgm:pt>
    <dgm:pt modelId="{75FABF1F-FEB1-496C-95EA-5E69B179C96A}" type="pres">
      <dgm:prSet presAssocID="{875A233F-4C19-42A9-87A9-CE3D9635133F}" presName="root2" presStyleCnt="0"/>
      <dgm:spPr/>
    </dgm:pt>
    <dgm:pt modelId="{A8AA17BC-A9CE-476F-AE83-059B71ED32CC}" type="pres">
      <dgm:prSet presAssocID="{875A233F-4C19-42A9-87A9-CE3D9635133F}" presName="LevelTwoTextNode" presStyleLbl="node4" presStyleIdx="6" presStyleCnt="10">
        <dgm:presLayoutVars>
          <dgm:chPref val="3"/>
        </dgm:presLayoutVars>
      </dgm:prSet>
      <dgm:spPr/>
    </dgm:pt>
    <dgm:pt modelId="{F9C23E40-3B1C-411C-87A2-236A9B1C28BF}" type="pres">
      <dgm:prSet presAssocID="{875A233F-4C19-42A9-87A9-CE3D9635133F}" presName="level3hierChild" presStyleCnt="0"/>
      <dgm:spPr/>
    </dgm:pt>
    <dgm:pt modelId="{9E9513D2-54C1-4DDE-884D-35C5C2C0316F}" type="pres">
      <dgm:prSet presAssocID="{2BD63829-8AA6-44CD-8B5F-AF9241E7269E}" presName="conn2-1" presStyleLbl="parChTrans1D4" presStyleIdx="7" presStyleCnt="10"/>
      <dgm:spPr/>
    </dgm:pt>
    <dgm:pt modelId="{867FFB18-7220-4CE3-90F8-285471CC706C}" type="pres">
      <dgm:prSet presAssocID="{2BD63829-8AA6-44CD-8B5F-AF9241E7269E}" presName="connTx" presStyleLbl="parChTrans1D4" presStyleIdx="7" presStyleCnt="10"/>
      <dgm:spPr/>
    </dgm:pt>
    <dgm:pt modelId="{5EF58B44-E0F7-4D43-9E25-DB2DCF8F8788}" type="pres">
      <dgm:prSet presAssocID="{0779EA31-267A-4A31-A592-1AF0B8743797}" presName="root2" presStyleCnt="0"/>
      <dgm:spPr/>
    </dgm:pt>
    <dgm:pt modelId="{32B949A5-A187-4FEE-AF49-FD9A4E967A76}" type="pres">
      <dgm:prSet presAssocID="{0779EA31-267A-4A31-A592-1AF0B8743797}" presName="LevelTwoTextNode" presStyleLbl="node4" presStyleIdx="7" presStyleCnt="10">
        <dgm:presLayoutVars>
          <dgm:chPref val="3"/>
        </dgm:presLayoutVars>
      </dgm:prSet>
      <dgm:spPr/>
    </dgm:pt>
    <dgm:pt modelId="{36D9A693-F5D7-406B-BBF2-76C4E2A35F16}" type="pres">
      <dgm:prSet presAssocID="{0779EA31-267A-4A31-A592-1AF0B8743797}" presName="level3hierChild" presStyleCnt="0"/>
      <dgm:spPr/>
    </dgm:pt>
    <dgm:pt modelId="{793C5B67-35FC-4E0B-9C7B-C8E70BBF552A}" type="pres">
      <dgm:prSet presAssocID="{5BD827D7-3512-4C29-8856-53361FB8AAF2}" presName="conn2-1" presStyleLbl="parChTrans1D4" presStyleIdx="8" presStyleCnt="10"/>
      <dgm:spPr/>
    </dgm:pt>
    <dgm:pt modelId="{9CE9425A-98C8-47E6-842F-D35177290FFE}" type="pres">
      <dgm:prSet presAssocID="{5BD827D7-3512-4C29-8856-53361FB8AAF2}" presName="connTx" presStyleLbl="parChTrans1D4" presStyleIdx="8" presStyleCnt="10"/>
      <dgm:spPr/>
    </dgm:pt>
    <dgm:pt modelId="{DDD475FC-636B-4647-9B71-896B45075C9B}" type="pres">
      <dgm:prSet presAssocID="{0E3BDCE3-D1DE-491F-9F03-891C468F5382}" presName="root2" presStyleCnt="0"/>
      <dgm:spPr/>
    </dgm:pt>
    <dgm:pt modelId="{DB434950-F209-4F4A-8DFA-EC31839F6CE3}" type="pres">
      <dgm:prSet presAssocID="{0E3BDCE3-D1DE-491F-9F03-891C468F5382}" presName="LevelTwoTextNode" presStyleLbl="node4" presStyleIdx="8" presStyleCnt="10">
        <dgm:presLayoutVars>
          <dgm:chPref val="3"/>
        </dgm:presLayoutVars>
      </dgm:prSet>
      <dgm:spPr/>
    </dgm:pt>
    <dgm:pt modelId="{22D5AED6-0EB2-4263-8453-831B0C51CD11}" type="pres">
      <dgm:prSet presAssocID="{0E3BDCE3-D1DE-491F-9F03-891C468F5382}" presName="level3hierChild" presStyleCnt="0"/>
      <dgm:spPr/>
    </dgm:pt>
    <dgm:pt modelId="{D07202DF-4B33-4364-934C-3786B3F036AB}" type="pres">
      <dgm:prSet presAssocID="{7ECD9B2B-DA0C-49C7-84AE-A86845A24DFD}" presName="conn2-1" presStyleLbl="parChTrans1D4" presStyleIdx="9" presStyleCnt="10"/>
      <dgm:spPr/>
    </dgm:pt>
    <dgm:pt modelId="{4D5BDA84-B081-4638-BC97-F30E0571AD60}" type="pres">
      <dgm:prSet presAssocID="{7ECD9B2B-DA0C-49C7-84AE-A86845A24DFD}" presName="connTx" presStyleLbl="parChTrans1D4" presStyleIdx="9" presStyleCnt="10"/>
      <dgm:spPr/>
    </dgm:pt>
    <dgm:pt modelId="{F3CB774D-0BA2-4715-B5BC-1A343D0395AB}" type="pres">
      <dgm:prSet presAssocID="{CC9A3912-15DB-48F5-8203-01C341F2B03B}" presName="root2" presStyleCnt="0"/>
      <dgm:spPr/>
    </dgm:pt>
    <dgm:pt modelId="{56CCB006-E74B-49B4-A4CA-6F4737ED750C}" type="pres">
      <dgm:prSet presAssocID="{CC9A3912-15DB-48F5-8203-01C341F2B03B}" presName="LevelTwoTextNode" presStyleLbl="node4" presStyleIdx="9" presStyleCnt="10">
        <dgm:presLayoutVars>
          <dgm:chPref val="3"/>
        </dgm:presLayoutVars>
      </dgm:prSet>
      <dgm:spPr/>
    </dgm:pt>
    <dgm:pt modelId="{790A07CA-98C9-47BB-905F-177625973437}" type="pres">
      <dgm:prSet presAssocID="{CC9A3912-15DB-48F5-8203-01C341F2B03B}" presName="level3hierChild" presStyleCnt="0"/>
      <dgm:spPr/>
    </dgm:pt>
  </dgm:ptLst>
  <dgm:cxnLst>
    <dgm:cxn modelId="{3C6E8402-AFD3-4243-9E8F-B4CC32C5C247}" type="presOf" srcId="{2294C622-0F2B-433D-B9D8-6C59311011C6}" destId="{021AFA7B-846F-4236-BA2F-D92777C0A9C5}" srcOrd="0" destOrd="0" presId="urn:microsoft.com/office/officeart/2005/8/layout/hierarchy2"/>
    <dgm:cxn modelId="{1D64E50E-C755-497F-9754-3E3C6605C13E}" srcId="{DC233DCB-4318-49B2-80D0-78AE231DF5AD}" destId="{7AE90C1F-F785-4A5A-8843-25FB86124E34}" srcOrd="3" destOrd="0" parTransId="{5CA7F60D-3381-4F27-B71F-773ACC14D01C}" sibTransId="{D06EDAA3-5A62-44F9-9822-0F20BDBF1685}"/>
    <dgm:cxn modelId="{AE04351B-A6A8-404B-A12A-520B0330322D}" type="presOf" srcId="{D97E9A6A-2BFD-4003-AD58-708B07CA55D9}" destId="{C0062832-F198-42CD-AF2E-F52EA0D6B03F}" srcOrd="0" destOrd="0" presId="urn:microsoft.com/office/officeart/2005/8/layout/hierarchy2"/>
    <dgm:cxn modelId="{8C6BF71F-A6FC-4F61-8502-93FEC854EE65}" type="presOf" srcId="{3A195E68-45A2-401A-91C0-3C67F5E9C20F}" destId="{84AE88E4-0E89-4CBF-9283-1CD60F84999A}" srcOrd="0" destOrd="0" presId="urn:microsoft.com/office/officeart/2005/8/layout/hierarchy2"/>
    <dgm:cxn modelId="{60FF6121-18DB-4305-AB68-F443009FDC4E}" type="presOf" srcId="{33FA9E7E-86D1-43C1-BFA7-97874065A0F3}" destId="{58452DC9-8D9C-44BC-8BF4-5E24CCAC310E}" srcOrd="0" destOrd="0" presId="urn:microsoft.com/office/officeart/2005/8/layout/hierarchy2"/>
    <dgm:cxn modelId="{1EF57230-ECBF-4D77-B2E4-EACCD3F22A0D}" type="presOf" srcId="{5F426758-6B44-4947-A39E-30C67B9759A4}" destId="{537D795A-0E5C-4708-BC47-5AC827E57201}" srcOrd="0" destOrd="0" presId="urn:microsoft.com/office/officeart/2005/8/layout/hierarchy2"/>
    <dgm:cxn modelId="{C6DE4D34-2D95-443E-AA11-B70679281994}" type="presOf" srcId="{88988A16-62C5-4B7F-9B35-34391A68183F}" destId="{125D8CB2-52B3-42E4-937F-FC2AE525DFFD}" srcOrd="0" destOrd="0" presId="urn:microsoft.com/office/officeart/2005/8/layout/hierarchy2"/>
    <dgm:cxn modelId="{FF0FAA35-76DC-423C-8350-D451448DF851}" srcId="{DC233DCB-4318-49B2-80D0-78AE231DF5AD}" destId="{875A233F-4C19-42A9-87A9-CE3D9635133F}" srcOrd="6" destOrd="0" parTransId="{2294C622-0F2B-433D-B9D8-6C59311011C6}" sibTransId="{3FC567CE-2B3B-4CBA-B283-F0E387B0D4E0}"/>
    <dgm:cxn modelId="{D6D5DD35-5DFD-4385-8F64-B0940D0782F9}" type="presOf" srcId="{5BD827D7-3512-4C29-8856-53361FB8AAF2}" destId="{793C5B67-35FC-4E0B-9C7B-C8E70BBF552A}" srcOrd="0" destOrd="0" presId="urn:microsoft.com/office/officeart/2005/8/layout/hierarchy2"/>
    <dgm:cxn modelId="{E36F013D-14F3-4956-B6BB-380CF1A0ACE6}" srcId="{DC233DCB-4318-49B2-80D0-78AE231DF5AD}" destId="{0779EA31-267A-4A31-A592-1AF0B8743797}" srcOrd="7" destOrd="0" parTransId="{2BD63829-8AA6-44CD-8B5F-AF9241E7269E}" sibTransId="{63E22FF2-2FA3-4AA8-BFD6-C425EB43FD5D}"/>
    <dgm:cxn modelId="{925C2F3F-E919-4BB0-AD92-93434DEBAE53}" type="presOf" srcId="{D193D23D-A123-4006-B23E-B79062797A18}" destId="{76CCEFD2-6707-4520-A4B3-6CED8BEA297C}" srcOrd="1" destOrd="0" presId="urn:microsoft.com/office/officeart/2005/8/layout/hierarchy2"/>
    <dgm:cxn modelId="{0C90D440-5EBF-41CE-9F2D-5FD84980C9F4}" type="presOf" srcId="{7ECD9B2B-DA0C-49C7-84AE-A86845A24DFD}" destId="{D07202DF-4B33-4364-934C-3786B3F036AB}" srcOrd="0" destOrd="0" presId="urn:microsoft.com/office/officeart/2005/8/layout/hierarchy2"/>
    <dgm:cxn modelId="{CE44585E-DA89-4758-AFF4-E573D403EB70}" type="presOf" srcId="{2BD63829-8AA6-44CD-8B5F-AF9241E7269E}" destId="{9E9513D2-54C1-4DDE-884D-35C5C2C0316F}" srcOrd="0" destOrd="0" presId="urn:microsoft.com/office/officeart/2005/8/layout/hierarchy2"/>
    <dgm:cxn modelId="{9A41765F-49CF-4CB3-AB93-34FBBAA11506}" type="presOf" srcId="{2294C622-0F2B-433D-B9D8-6C59311011C6}" destId="{BBCEB992-C442-4FCC-AC64-079D3D96DC80}" srcOrd="1" destOrd="0" presId="urn:microsoft.com/office/officeart/2005/8/layout/hierarchy2"/>
    <dgm:cxn modelId="{90EFE762-FFA2-49A4-BEC4-54A7F5940482}" type="presOf" srcId="{2BD63829-8AA6-44CD-8B5F-AF9241E7269E}" destId="{867FFB18-7220-4CE3-90F8-285471CC706C}" srcOrd="1" destOrd="0" presId="urn:microsoft.com/office/officeart/2005/8/layout/hierarchy2"/>
    <dgm:cxn modelId="{D1407743-71B8-4D18-A00C-3558FFA49D3E}" type="presOf" srcId="{33FA9E7E-86D1-43C1-BFA7-97874065A0F3}" destId="{9F37C446-FCEB-4698-81A7-E8B611298619}" srcOrd="1" destOrd="0" presId="urn:microsoft.com/office/officeart/2005/8/layout/hierarchy2"/>
    <dgm:cxn modelId="{A6940664-3A37-42AE-A95D-9C9E53110709}" srcId="{DC233DCB-4318-49B2-80D0-78AE231DF5AD}" destId="{15CEF3C5-995E-4060-9278-B8BB523D185B}" srcOrd="0" destOrd="0" parTransId="{6DB16535-682E-44A4-9684-BC55835EBAD3}" sibTransId="{586786CB-FE14-4764-A622-27E2172A7FF6}"/>
    <dgm:cxn modelId="{F999C345-C1DF-47E0-9DCE-7B8E21CEC3D5}" srcId="{DC233DCB-4318-49B2-80D0-78AE231DF5AD}" destId="{0E3BDCE3-D1DE-491F-9F03-891C468F5382}" srcOrd="8" destOrd="0" parTransId="{5BD827D7-3512-4C29-8856-53361FB8AAF2}" sibTransId="{8EC156E1-BF94-481B-9266-11402628D9F7}"/>
    <dgm:cxn modelId="{194A8348-194F-4A2D-BA8D-04D883F8AAA3}" type="presOf" srcId="{7ECD9B2B-DA0C-49C7-84AE-A86845A24DFD}" destId="{4D5BDA84-B081-4638-BC97-F30E0571AD60}" srcOrd="1" destOrd="0" presId="urn:microsoft.com/office/officeart/2005/8/layout/hierarchy2"/>
    <dgm:cxn modelId="{40B5866B-9F83-47E5-ABD1-C1F3A45A90CD}" srcId="{0C1CBD85-76BD-4142-B804-F86F8852BEFE}" destId="{DC233DCB-4318-49B2-80D0-78AE231DF5AD}" srcOrd="0" destOrd="0" parTransId="{88E46686-8CA3-4E17-A02F-32D59A1FF0C9}" sibTransId="{2AE38C09-06D5-4F9F-AE30-C36F748E7E14}"/>
    <dgm:cxn modelId="{4B33F473-286E-4C34-919F-A4B04B0DC71D}" type="presOf" srcId="{DC233DCB-4318-49B2-80D0-78AE231DF5AD}" destId="{E84BE0C2-05C2-4901-AA45-6DDB98BDF7CC}" srcOrd="0" destOrd="0" presId="urn:microsoft.com/office/officeart/2005/8/layout/hierarchy2"/>
    <dgm:cxn modelId="{E5688C56-B2C0-4604-8A27-179F9494CA06}" type="presOf" srcId="{0779EA31-267A-4A31-A592-1AF0B8743797}" destId="{32B949A5-A187-4FEE-AF49-FD9A4E967A76}" srcOrd="0" destOrd="0" presId="urn:microsoft.com/office/officeart/2005/8/layout/hierarchy2"/>
    <dgm:cxn modelId="{DD73C256-D4F6-488A-9371-C3F8CAEF6600}" type="presOf" srcId="{D193D23D-A123-4006-B23E-B79062797A18}" destId="{19D9A69D-AAAD-4A66-B811-D9031CCA906C}" srcOrd="0" destOrd="0" presId="urn:microsoft.com/office/officeart/2005/8/layout/hierarchy2"/>
    <dgm:cxn modelId="{3048F076-AD85-4B1E-B4B7-8BAB99BFF448}" srcId="{DC233DCB-4318-49B2-80D0-78AE231DF5AD}" destId="{6BFF57D4-F116-4AD4-B346-F40804AB073E}" srcOrd="4" destOrd="0" parTransId="{33FA9E7E-86D1-43C1-BFA7-97874065A0F3}" sibTransId="{BB997F75-FD82-4FB2-83DC-F853542359C3}"/>
    <dgm:cxn modelId="{A7B67357-C421-4B7B-94A1-7AA82456F0F9}" type="presOf" srcId="{CC9A3912-15DB-48F5-8203-01C341F2B03B}" destId="{56CCB006-E74B-49B4-A4CA-6F4737ED750C}" srcOrd="0" destOrd="0" presId="urn:microsoft.com/office/officeart/2005/8/layout/hierarchy2"/>
    <dgm:cxn modelId="{4A188777-A556-41C4-9BBA-AD30A3C67C58}" type="presOf" srcId="{6DB16535-682E-44A4-9684-BC55835EBAD3}" destId="{0EF9D9B9-C4E6-44B8-84DA-BAEB9F336BF1}" srcOrd="1" destOrd="0" presId="urn:microsoft.com/office/officeart/2005/8/layout/hierarchy2"/>
    <dgm:cxn modelId="{885DB37B-2AC7-4EFA-AC59-ED1ADE4B73E0}" type="presOf" srcId="{68EDC3D0-23BE-4D58-AAF5-E44D4B98ECE3}" destId="{05BB09A1-9398-4BD2-A221-5ECC0BEDE0BA}" srcOrd="0" destOrd="0" presId="urn:microsoft.com/office/officeart/2005/8/layout/hierarchy2"/>
    <dgm:cxn modelId="{67182B7D-A2FB-45F9-8505-8A897E5384CB}" type="presOf" srcId="{88E46686-8CA3-4E17-A02F-32D59A1FF0C9}" destId="{97582AB7-81D5-4644-97C7-36180103C6D4}" srcOrd="1" destOrd="0" presId="urn:microsoft.com/office/officeart/2005/8/layout/hierarchy2"/>
    <dgm:cxn modelId="{871C587E-9D5F-4FF4-9791-24E07CEDB83A}" type="presOf" srcId="{0C1CBD85-76BD-4142-B804-F86F8852BEFE}" destId="{F64550BC-7FC0-4022-BD49-52ADC4BD891B}" srcOrd="0" destOrd="0" presId="urn:microsoft.com/office/officeart/2005/8/layout/hierarchy2"/>
    <dgm:cxn modelId="{CBDDA07E-1957-401F-80F0-F77A853B1E24}" type="presOf" srcId="{1C191D15-B82D-4606-BA3C-FEF0684CCD95}" destId="{8B522771-2E72-43CF-9F29-50C711D744D5}" srcOrd="0" destOrd="0" presId="urn:microsoft.com/office/officeart/2005/8/layout/hierarchy2"/>
    <dgm:cxn modelId="{243FEB87-23A0-48CE-A98F-82D34C2C18B4}" srcId="{DC233DCB-4318-49B2-80D0-78AE231DF5AD}" destId="{D97E9A6A-2BFD-4003-AD58-708B07CA55D9}" srcOrd="5" destOrd="0" parTransId="{90E8720D-45E0-43D4-B77D-31EAB147DA36}" sibTransId="{D9DDB2DD-B30A-42A2-8144-9361E473523D}"/>
    <dgm:cxn modelId="{109E4789-75DB-4284-A86B-66468C302099}" type="presOf" srcId="{B690A15E-8E61-4FB8-AE60-DB64F9664F7D}" destId="{2A2538FC-2CDC-4C4E-B5E7-31D4E05993BF}" srcOrd="0" destOrd="0" presId="urn:microsoft.com/office/officeart/2005/8/layout/hierarchy2"/>
    <dgm:cxn modelId="{6695BE8E-E279-4196-8F4B-64F314E9572E}" type="presOf" srcId="{90E8720D-45E0-43D4-B77D-31EAB147DA36}" destId="{788F975A-03EA-4DD2-ACCA-54CD5141FAF5}" srcOrd="0" destOrd="0" presId="urn:microsoft.com/office/officeart/2005/8/layout/hierarchy2"/>
    <dgm:cxn modelId="{6B863A94-F615-4563-AEE3-4DA31F6AB1D3}" srcId="{DC233DCB-4318-49B2-80D0-78AE231DF5AD}" destId="{CC9A3912-15DB-48F5-8203-01C341F2B03B}" srcOrd="9" destOrd="0" parTransId="{7ECD9B2B-DA0C-49C7-84AE-A86845A24DFD}" sibTransId="{3CD883B3-5A42-4C7F-8519-9042E0DEDAF5}"/>
    <dgm:cxn modelId="{16E6B4A6-C1A8-407F-9AC4-D746F6BEA117}" srcId="{DC233DCB-4318-49B2-80D0-78AE231DF5AD}" destId="{5F426758-6B44-4947-A39E-30C67B9759A4}" srcOrd="1" destOrd="0" parTransId="{88988A16-62C5-4B7F-9B35-34391A68183F}" sibTransId="{F7524112-6922-457E-A495-440F52D4F808}"/>
    <dgm:cxn modelId="{B866B3A8-6275-42DD-AD5E-C34905196D61}" type="presOf" srcId="{15CEF3C5-995E-4060-9278-B8BB523D185B}" destId="{183DA945-B649-4AC0-B8F7-3B2DE9499D02}" srcOrd="0" destOrd="0" presId="urn:microsoft.com/office/officeart/2005/8/layout/hierarchy2"/>
    <dgm:cxn modelId="{A47C21AA-0168-488A-8ED3-61A8994BC6BB}" type="presOf" srcId="{B690A15E-8E61-4FB8-AE60-DB64F9664F7D}" destId="{B95E9B5D-680C-47DE-BC22-F5AEE0B3B9A2}" srcOrd="1" destOrd="0" presId="urn:microsoft.com/office/officeart/2005/8/layout/hierarchy2"/>
    <dgm:cxn modelId="{9C6B50BC-F60F-4727-ADA9-FEDF2FCABA33}" type="presOf" srcId="{5CA7F60D-3381-4F27-B71F-773ACC14D01C}" destId="{AE5102D7-613B-43D4-93FA-083992A0925B}" srcOrd="1" destOrd="0" presId="urn:microsoft.com/office/officeart/2005/8/layout/hierarchy2"/>
    <dgm:cxn modelId="{1A1823CC-B2AC-40E2-ACDD-5C207BC4482C}" srcId="{DC233DCB-4318-49B2-80D0-78AE231DF5AD}" destId="{68EDC3D0-23BE-4D58-AAF5-E44D4B98ECE3}" srcOrd="2" destOrd="0" parTransId="{B690A15E-8E61-4FB8-AE60-DB64F9664F7D}" sibTransId="{91D3643E-62AA-4743-9086-EA03F0E08F91}"/>
    <dgm:cxn modelId="{7CE6EAD0-7E34-455A-AA98-F0588F786072}" type="presOf" srcId="{5CA7F60D-3381-4F27-B71F-773ACC14D01C}" destId="{B50EED6C-D8BB-4C25-91CB-12C0E06CD138}" srcOrd="0" destOrd="0" presId="urn:microsoft.com/office/officeart/2005/8/layout/hierarchy2"/>
    <dgm:cxn modelId="{BD620AD3-5942-40D1-A028-59EC6708E159}" type="presOf" srcId="{88E46686-8CA3-4E17-A02F-32D59A1FF0C9}" destId="{068D1252-56EF-49EC-BE17-FF0CA31F2F87}" srcOrd="0" destOrd="0" presId="urn:microsoft.com/office/officeart/2005/8/layout/hierarchy2"/>
    <dgm:cxn modelId="{F5A2EFD4-9D96-4E15-96FF-36194F198874}" type="presOf" srcId="{5BD827D7-3512-4C29-8856-53361FB8AAF2}" destId="{9CE9425A-98C8-47E6-842F-D35177290FFE}" srcOrd="1" destOrd="0" presId="urn:microsoft.com/office/officeart/2005/8/layout/hierarchy2"/>
    <dgm:cxn modelId="{1C5A91D5-23BB-456C-A3A1-3AED9779A5A2}" type="presOf" srcId="{88988A16-62C5-4B7F-9B35-34391A68183F}" destId="{0AF5E958-DB7C-40D5-A0C4-56C44CED3970}" srcOrd="1" destOrd="0" presId="urn:microsoft.com/office/officeart/2005/8/layout/hierarchy2"/>
    <dgm:cxn modelId="{F8C61DD8-57F5-450C-8E71-161A48CAA36D}" type="presOf" srcId="{0E3BDCE3-D1DE-491F-9F03-891C468F5382}" destId="{DB434950-F209-4F4A-8DFA-EC31839F6CE3}" srcOrd="0" destOrd="0" presId="urn:microsoft.com/office/officeart/2005/8/layout/hierarchy2"/>
    <dgm:cxn modelId="{B9DB00DC-F538-42FF-AE8D-086558F69047}" type="presOf" srcId="{6DB16535-682E-44A4-9684-BC55835EBAD3}" destId="{D3DE14C5-A02A-4B5B-9344-8DFFE8CCD289}" srcOrd="0" destOrd="0" presId="urn:microsoft.com/office/officeart/2005/8/layout/hierarchy2"/>
    <dgm:cxn modelId="{CEF2F6E1-C12B-4C8C-BE6E-B5F248421F22}" srcId="{3A195E68-45A2-401A-91C0-3C67F5E9C20F}" destId="{0C1CBD85-76BD-4142-B804-F86F8852BEFE}" srcOrd="0" destOrd="0" parTransId="{D193D23D-A123-4006-B23E-B79062797A18}" sibTransId="{FE326642-29CC-43E8-8C6D-9CC9A7293477}"/>
    <dgm:cxn modelId="{ABEE55E3-B541-4678-B67D-EAAC54009ED5}" type="presOf" srcId="{6BFF57D4-F116-4AD4-B346-F40804AB073E}" destId="{58905314-686C-41AE-AAD8-66883A8599F8}" srcOrd="0" destOrd="0" presId="urn:microsoft.com/office/officeart/2005/8/layout/hierarchy2"/>
    <dgm:cxn modelId="{E7B8ABE5-2A4D-4502-8C52-E29B5A4455C7}" srcId="{1C191D15-B82D-4606-BA3C-FEF0684CCD95}" destId="{3A195E68-45A2-401A-91C0-3C67F5E9C20F}" srcOrd="0" destOrd="0" parTransId="{76AE54EA-1B30-49CA-A1DC-C7D252A8DDF4}" sibTransId="{18C0B628-E6B3-4E5F-9D7B-908C203BDCBA}"/>
    <dgm:cxn modelId="{26C4EEF1-65FE-4D72-A109-9E2FDB0ECAB7}" type="presOf" srcId="{7AE90C1F-F785-4A5A-8843-25FB86124E34}" destId="{C296EA4B-6E6E-46D7-9CC1-D2DA80964F2B}" srcOrd="0" destOrd="0" presId="urn:microsoft.com/office/officeart/2005/8/layout/hierarchy2"/>
    <dgm:cxn modelId="{EB9BEEF3-AA7C-49AE-9FFD-4B38D30FDF6E}" type="presOf" srcId="{90E8720D-45E0-43D4-B77D-31EAB147DA36}" destId="{C2F8986D-DF1D-48F8-BE55-C7D3A08B1987}" srcOrd="1" destOrd="0" presId="urn:microsoft.com/office/officeart/2005/8/layout/hierarchy2"/>
    <dgm:cxn modelId="{BBAF00FC-2D14-4C8A-9C20-CA7FBECAEAE4}" type="presOf" srcId="{875A233F-4C19-42A9-87A9-CE3D9635133F}" destId="{A8AA17BC-A9CE-476F-AE83-059B71ED32CC}" srcOrd="0" destOrd="0" presId="urn:microsoft.com/office/officeart/2005/8/layout/hierarchy2"/>
    <dgm:cxn modelId="{A8D3C7BC-23B8-4B16-B3C4-10772A68DF27}" type="presParOf" srcId="{8B522771-2E72-43CF-9F29-50C711D744D5}" destId="{1AEFB808-A235-49DD-AF1D-FF4C34635B43}" srcOrd="0" destOrd="0" presId="urn:microsoft.com/office/officeart/2005/8/layout/hierarchy2"/>
    <dgm:cxn modelId="{C0085C83-5BD9-47B0-A437-CCBBF8D91EF3}" type="presParOf" srcId="{1AEFB808-A235-49DD-AF1D-FF4C34635B43}" destId="{84AE88E4-0E89-4CBF-9283-1CD60F84999A}" srcOrd="0" destOrd="0" presId="urn:microsoft.com/office/officeart/2005/8/layout/hierarchy2"/>
    <dgm:cxn modelId="{AFB7A4FF-8832-4BEE-9488-3CE517299419}" type="presParOf" srcId="{1AEFB808-A235-49DD-AF1D-FF4C34635B43}" destId="{1289F824-4E2E-42D0-95D9-C76409D8073E}" srcOrd="1" destOrd="0" presId="urn:microsoft.com/office/officeart/2005/8/layout/hierarchy2"/>
    <dgm:cxn modelId="{C979A878-EA0F-4328-B417-78B050C3C81E}" type="presParOf" srcId="{1289F824-4E2E-42D0-95D9-C76409D8073E}" destId="{19D9A69D-AAAD-4A66-B811-D9031CCA906C}" srcOrd="0" destOrd="0" presId="urn:microsoft.com/office/officeart/2005/8/layout/hierarchy2"/>
    <dgm:cxn modelId="{15D9F107-8CC1-40E2-83FC-E31C39AE6FF1}" type="presParOf" srcId="{19D9A69D-AAAD-4A66-B811-D9031CCA906C}" destId="{76CCEFD2-6707-4520-A4B3-6CED8BEA297C}" srcOrd="0" destOrd="0" presId="urn:microsoft.com/office/officeart/2005/8/layout/hierarchy2"/>
    <dgm:cxn modelId="{827A171A-F786-4EFB-9172-DA4FD1F955B0}" type="presParOf" srcId="{1289F824-4E2E-42D0-95D9-C76409D8073E}" destId="{7CBD22EE-424A-48BF-9925-66ECA051358F}" srcOrd="1" destOrd="0" presId="urn:microsoft.com/office/officeart/2005/8/layout/hierarchy2"/>
    <dgm:cxn modelId="{4E6E87FA-85DB-495B-96EF-199193DC8374}" type="presParOf" srcId="{7CBD22EE-424A-48BF-9925-66ECA051358F}" destId="{F64550BC-7FC0-4022-BD49-52ADC4BD891B}" srcOrd="0" destOrd="0" presId="urn:microsoft.com/office/officeart/2005/8/layout/hierarchy2"/>
    <dgm:cxn modelId="{4A158F0C-F438-46BF-9A4A-F8482A2A0092}" type="presParOf" srcId="{7CBD22EE-424A-48BF-9925-66ECA051358F}" destId="{52081FF8-9C9C-487A-B855-914F3AE9F326}" srcOrd="1" destOrd="0" presId="urn:microsoft.com/office/officeart/2005/8/layout/hierarchy2"/>
    <dgm:cxn modelId="{88EC7A2B-C543-4770-8D5F-DE4BF3CD3174}" type="presParOf" srcId="{52081FF8-9C9C-487A-B855-914F3AE9F326}" destId="{068D1252-56EF-49EC-BE17-FF0CA31F2F87}" srcOrd="0" destOrd="0" presId="urn:microsoft.com/office/officeart/2005/8/layout/hierarchy2"/>
    <dgm:cxn modelId="{2234E86E-9BC6-447F-83FC-1CAE22E5154A}" type="presParOf" srcId="{068D1252-56EF-49EC-BE17-FF0CA31F2F87}" destId="{97582AB7-81D5-4644-97C7-36180103C6D4}" srcOrd="0" destOrd="0" presId="urn:microsoft.com/office/officeart/2005/8/layout/hierarchy2"/>
    <dgm:cxn modelId="{02C9702A-BB72-4CFA-8385-F1F0A80A9606}" type="presParOf" srcId="{52081FF8-9C9C-487A-B855-914F3AE9F326}" destId="{1D0D9507-2A04-49C8-A161-10B4A4EB9D1F}" srcOrd="1" destOrd="0" presId="urn:microsoft.com/office/officeart/2005/8/layout/hierarchy2"/>
    <dgm:cxn modelId="{C02D8C36-6F9C-47CD-874F-3D4A7BD68FCD}" type="presParOf" srcId="{1D0D9507-2A04-49C8-A161-10B4A4EB9D1F}" destId="{E84BE0C2-05C2-4901-AA45-6DDB98BDF7CC}" srcOrd="0" destOrd="0" presId="urn:microsoft.com/office/officeart/2005/8/layout/hierarchy2"/>
    <dgm:cxn modelId="{5E1BE8F1-F74E-4F47-B989-37AC84C4B890}" type="presParOf" srcId="{1D0D9507-2A04-49C8-A161-10B4A4EB9D1F}" destId="{4747F17F-74A0-4F06-B33E-818565EE0EC0}" srcOrd="1" destOrd="0" presId="urn:microsoft.com/office/officeart/2005/8/layout/hierarchy2"/>
    <dgm:cxn modelId="{CA6198A9-D0F8-4D84-B879-6EAED55D99A2}" type="presParOf" srcId="{4747F17F-74A0-4F06-B33E-818565EE0EC0}" destId="{D3DE14C5-A02A-4B5B-9344-8DFFE8CCD289}" srcOrd="0" destOrd="0" presId="urn:microsoft.com/office/officeart/2005/8/layout/hierarchy2"/>
    <dgm:cxn modelId="{11302E90-B6F9-4C35-B532-1E6BCAD167A8}" type="presParOf" srcId="{D3DE14C5-A02A-4B5B-9344-8DFFE8CCD289}" destId="{0EF9D9B9-C4E6-44B8-84DA-BAEB9F336BF1}" srcOrd="0" destOrd="0" presId="urn:microsoft.com/office/officeart/2005/8/layout/hierarchy2"/>
    <dgm:cxn modelId="{C5F64754-4951-43F1-9706-05145B00EF93}" type="presParOf" srcId="{4747F17F-74A0-4F06-B33E-818565EE0EC0}" destId="{74CFC9DB-52EF-4FEB-9BC3-D06A6AC8EF7F}" srcOrd="1" destOrd="0" presId="urn:microsoft.com/office/officeart/2005/8/layout/hierarchy2"/>
    <dgm:cxn modelId="{B6E573B0-A3A8-44A2-B9D3-4FA33306E464}" type="presParOf" srcId="{74CFC9DB-52EF-4FEB-9BC3-D06A6AC8EF7F}" destId="{183DA945-B649-4AC0-B8F7-3B2DE9499D02}" srcOrd="0" destOrd="0" presId="urn:microsoft.com/office/officeart/2005/8/layout/hierarchy2"/>
    <dgm:cxn modelId="{8BECCD8E-DD08-4709-A664-16690976F81A}" type="presParOf" srcId="{74CFC9DB-52EF-4FEB-9BC3-D06A6AC8EF7F}" destId="{5AA1CE14-6DB6-435E-A4C1-5E152F4B7D0B}" srcOrd="1" destOrd="0" presId="urn:microsoft.com/office/officeart/2005/8/layout/hierarchy2"/>
    <dgm:cxn modelId="{C6D57C23-1E55-433E-A36B-C80E2E791913}" type="presParOf" srcId="{4747F17F-74A0-4F06-B33E-818565EE0EC0}" destId="{125D8CB2-52B3-42E4-937F-FC2AE525DFFD}" srcOrd="2" destOrd="0" presId="urn:microsoft.com/office/officeart/2005/8/layout/hierarchy2"/>
    <dgm:cxn modelId="{0F8605EC-805A-4AB1-9DD7-D6B79CE3206B}" type="presParOf" srcId="{125D8CB2-52B3-42E4-937F-FC2AE525DFFD}" destId="{0AF5E958-DB7C-40D5-A0C4-56C44CED3970}" srcOrd="0" destOrd="0" presId="urn:microsoft.com/office/officeart/2005/8/layout/hierarchy2"/>
    <dgm:cxn modelId="{5C33CF55-FB21-45FE-AC36-531A71B8C707}" type="presParOf" srcId="{4747F17F-74A0-4F06-B33E-818565EE0EC0}" destId="{4E6E25C1-1528-4B5C-B23C-261976444B97}" srcOrd="3" destOrd="0" presId="urn:microsoft.com/office/officeart/2005/8/layout/hierarchy2"/>
    <dgm:cxn modelId="{9ADE2615-9181-48DB-A4DD-BC6D225D196C}" type="presParOf" srcId="{4E6E25C1-1528-4B5C-B23C-261976444B97}" destId="{537D795A-0E5C-4708-BC47-5AC827E57201}" srcOrd="0" destOrd="0" presId="urn:microsoft.com/office/officeart/2005/8/layout/hierarchy2"/>
    <dgm:cxn modelId="{DCF420FD-FC2A-4B24-86EF-A955332FF0AD}" type="presParOf" srcId="{4E6E25C1-1528-4B5C-B23C-261976444B97}" destId="{3DD4F159-AC5B-4F4C-B489-CD4F9CB59BB3}" srcOrd="1" destOrd="0" presId="urn:microsoft.com/office/officeart/2005/8/layout/hierarchy2"/>
    <dgm:cxn modelId="{4D0FA3D0-8340-48CB-B8F7-3EA09C1EF9D4}" type="presParOf" srcId="{4747F17F-74A0-4F06-B33E-818565EE0EC0}" destId="{2A2538FC-2CDC-4C4E-B5E7-31D4E05993BF}" srcOrd="4" destOrd="0" presId="urn:microsoft.com/office/officeart/2005/8/layout/hierarchy2"/>
    <dgm:cxn modelId="{C3DD1492-C752-41FF-B27E-F8B1B3D094AC}" type="presParOf" srcId="{2A2538FC-2CDC-4C4E-B5E7-31D4E05993BF}" destId="{B95E9B5D-680C-47DE-BC22-F5AEE0B3B9A2}" srcOrd="0" destOrd="0" presId="urn:microsoft.com/office/officeart/2005/8/layout/hierarchy2"/>
    <dgm:cxn modelId="{B9205D21-2080-4FA8-B680-284DE2715858}" type="presParOf" srcId="{4747F17F-74A0-4F06-B33E-818565EE0EC0}" destId="{216B9E1D-F57B-4444-B26A-CED34C5025DF}" srcOrd="5" destOrd="0" presId="urn:microsoft.com/office/officeart/2005/8/layout/hierarchy2"/>
    <dgm:cxn modelId="{517FB75B-99D0-4646-83DC-8433C825AB44}" type="presParOf" srcId="{216B9E1D-F57B-4444-B26A-CED34C5025DF}" destId="{05BB09A1-9398-4BD2-A221-5ECC0BEDE0BA}" srcOrd="0" destOrd="0" presId="urn:microsoft.com/office/officeart/2005/8/layout/hierarchy2"/>
    <dgm:cxn modelId="{0EF316AD-1E0B-4349-85C4-D5A29D7FB1D6}" type="presParOf" srcId="{216B9E1D-F57B-4444-B26A-CED34C5025DF}" destId="{8AFC8966-6B7B-4B80-BD94-B424A7840DE0}" srcOrd="1" destOrd="0" presId="urn:microsoft.com/office/officeart/2005/8/layout/hierarchy2"/>
    <dgm:cxn modelId="{6C31CA6D-E8F7-4BE7-9543-6624EA48068E}" type="presParOf" srcId="{4747F17F-74A0-4F06-B33E-818565EE0EC0}" destId="{B50EED6C-D8BB-4C25-91CB-12C0E06CD138}" srcOrd="6" destOrd="0" presId="urn:microsoft.com/office/officeart/2005/8/layout/hierarchy2"/>
    <dgm:cxn modelId="{36D1D869-C49C-478D-AA25-90A4D435B8E5}" type="presParOf" srcId="{B50EED6C-D8BB-4C25-91CB-12C0E06CD138}" destId="{AE5102D7-613B-43D4-93FA-083992A0925B}" srcOrd="0" destOrd="0" presId="urn:microsoft.com/office/officeart/2005/8/layout/hierarchy2"/>
    <dgm:cxn modelId="{CA658253-0BFB-45E2-857F-710D20FF434D}" type="presParOf" srcId="{4747F17F-74A0-4F06-B33E-818565EE0EC0}" destId="{350F1410-363B-46C8-BF19-6A20E7C3A2DA}" srcOrd="7" destOrd="0" presId="urn:microsoft.com/office/officeart/2005/8/layout/hierarchy2"/>
    <dgm:cxn modelId="{BF5B23DE-C2D6-4333-A905-A60CEB9CF3D1}" type="presParOf" srcId="{350F1410-363B-46C8-BF19-6A20E7C3A2DA}" destId="{C296EA4B-6E6E-46D7-9CC1-D2DA80964F2B}" srcOrd="0" destOrd="0" presId="urn:microsoft.com/office/officeart/2005/8/layout/hierarchy2"/>
    <dgm:cxn modelId="{D2C61A14-DA28-4DFD-B2D7-90C180A92036}" type="presParOf" srcId="{350F1410-363B-46C8-BF19-6A20E7C3A2DA}" destId="{8F267BAF-8634-40D0-B3DF-88C0F87A9311}" srcOrd="1" destOrd="0" presId="urn:microsoft.com/office/officeart/2005/8/layout/hierarchy2"/>
    <dgm:cxn modelId="{9B940404-84B0-4076-A1BB-7F463B21DF98}" type="presParOf" srcId="{4747F17F-74A0-4F06-B33E-818565EE0EC0}" destId="{58452DC9-8D9C-44BC-8BF4-5E24CCAC310E}" srcOrd="8" destOrd="0" presId="urn:microsoft.com/office/officeart/2005/8/layout/hierarchy2"/>
    <dgm:cxn modelId="{3AACE222-CFDC-4C04-A172-8B55AEDBCF46}" type="presParOf" srcId="{58452DC9-8D9C-44BC-8BF4-5E24CCAC310E}" destId="{9F37C446-FCEB-4698-81A7-E8B611298619}" srcOrd="0" destOrd="0" presId="urn:microsoft.com/office/officeart/2005/8/layout/hierarchy2"/>
    <dgm:cxn modelId="{F3166722-D454-4FD4-BBB8-BFA621436546}" type="presParOf" srcId="{4747F17F-74A0-4F06-B33E-818565EE0EC0}" destId="{345D256C-1DFA-477C-965D-E22D2C14FDEE}" srcOrd="9" destOrd="0" presId="urn:microsoft.com/office/officeart/2005/8/layout/hierarchy2"/>
    <dgm:cxn modelId="{2DEADBD4-345A-4285-8779-5B2BA984FE0C}" type="presParOf" srcId="{345D256C-1DFA-477C-965D-E22D2C14FDEE}" destId="{58905314-686C-41AE-AAD8-66883A8599F8}" srcOrd="0" destOrd="0" presId="urn:microsoft.com/office/officeart/2005/8/layout/hierarchy2"/>
    <dgm:cxn modelId="{1FD62A41-A82B-4D69-9069-98816EBD8D6F}" type="presParOf" srcId="{345D256C-1DFA-477C-965D-E22D2C14FDEE}" destId="{827A7614-A21F-47A7-9BD6-01FFCCF66E9E}" srcOrd="1" destOrd="0" presId="urn:microsoft.com/office/officeart/2005/8/layout/hierarchy2"/>
    <dgm:cxn modelId="{A2457F87-DC79-4160-B446-BB6B773F473A}" type="presParOf" srcId="{4747F17F-74A0-4F06-B33E-818565EE0EC0}" destId="{788F975A-03EA-4DD2-ACCA-54CD5141FAF5}" srcOrd="10" destOrd="0" presId="urn:microsoft.com/office/officeart/2005/8/layout/hierarchy2"/>
    <dgm:cxn modelId="{5D147B67-9E81-4605-ABA8-5DFBD9938760}" type="presParOf" srcId="{788F975A-03EA-4DD2-ACCA-54CD5141FAF5}" destId="{C2F8986D-DF1D-48F8-BE55-C7D3A08B1987}" srcOrd="0" destOrd="0" presId="urn:microsoft.com/office/officeart/2005/8/layout/hierarchy2"/>
    <dgm:cxn modelId="{5D9666F9-9256-4900-A782-16041FE85803}" type="presParOf" srcId="{4747F17F-74A0-4F06-B33E-818565EE0EC0}" destId="{A726E76C-5E27-4BDF-BC7D-CEA2B473728B}" srcOrd="11" destOrd="0" presId="urn:microsoft.com/office/officeart/2005/8/layout/hierarchy2"/>
    <dgm:cxn modelId="{A75DAC4C-523B-4001-AE6B-0ED8F54C06D2}" type="presParOf" srcId="{A726E76C-5E27-4BDF-BC7D-CEA2B473728B}" destId="{C0062832-F198-42CD-AF2E-F52EA0D6B03F}" srcOrd="0" destOrd="0" presId="urn:microsoft.com/office/officeart/2005/8/layout/hierarchy2"/>
    <dgm:cxn modelId="{4CC55EA5-A056-497B-A724-C9884932DA9A}" type="presParOf" srcId="{A726E76C-5E27-4BDF-BC7D-CEA2B473728B}" destId="{94D61F1B-ADB1-41D7-B170-CDEAD5938717}" srcOrd="1" destOrd="0" presId="urn:microsoft.com/office/officeart/2005/8/layout/hierarchy2"/>
    <dgm:cxn modelId="{33A8959A-D138-4058-A41E-179590973C5D}" type="presParOf" srcId="{4747F17F-74A0-4F06-B33E-818565EE0EC0}" destId="{021AFA7B-846F-4236-BA2F-D92777C0A9C5}" srcOrd="12" destOrd="0" presId="urn:microsoft.com/office/officeart/2005/8/layout/hierarchy2"/>
    <dgm:cxn modelId="{502BA85A-0307-4442-B052-974442D4E3AD}" type="presParOf" srcId="{021AFA7B-846F-4236-BA2F-D92777C0A9C5}" destId="{BBCEB992-C442-4FCC-AC64-079D3D96DC80}" srcOrd="0" destOrd="0" presId="urn:microsoft.com/office/officeart/2005/8/layout/hierarchy2"/>
    <dgm:cxn modelId="{DDE2C454-5F27-4678-B407-2012E4098BD5}" type="presParOf" srcId="{4747F17F-74A0-4F06-B33E-818565EE0EC0}" destId="{75FABF1F-FEB1-496C-95EA-5E69B179C96A}" srcOrd="13" destOrd="0" presId="urn:microsoft.com/office/officeart/2005/8/layout/hierarchy2"/>
    <dgm:cxn modelId="{F44971D1-DC34-43FF-BB01-41FA848046E5}" type="presParOf" srcId="{75FABF1F-FEB1-496C-95EA-5E69B179C96A}" destId="{A8AA17BC-A9CE-476F-AE83-059B71ED32CC}" srcOrd="0" destOrd="0" presId="urn:microsoft.com/office/officeart/2005/8/layout/hierarchy2"/>
    <dgm:cxn modelId="{C85AF280-3E9C-40E2-8EB6-DE87AD8F4F6B}" type="presParOf" srcId="{75FABF1F-FEB1-496C-95EA-5E69B179C96A}" destId="{F9C23E40-3B1C-411C-87A2-236A9B1C28BF}" srcOrd="1" destOrd="0" presId="urn:microsoft.com/office/officeart/2005/8/layout/hierarchy2"/>
    <dgm:cxn modelId="{C42FEAA0-327E-450F-8F64-01BB782050F6}" type="presParOf" srcId="{4747F17F-74A0-4F06-B33E-818565EE0EC0}" destId="{9E9513D2-54C1-4DDE-884D-35C5C2C0316F}" srcOrd="14" destOrd="0" presId="urn:microsoft.com/office/officeart/2005/8/layout/hierarchy2"/>
    <dgm:cxn modelId="{F6875CC3-2B1F-47F8-B236-9896471C415D}" type="presParOf" srcId="{9E9513D2-54C1-4DDE-884D-35C5C2C0316F}" destId="{867FFB18-7220-4CE3-90F8-285471CC706C}" srcOrd="0" destOrd="0" presId="urn:microsoft.com/office/officeart/2005/8/layout/hierarchy2"/>
    <dgm:cxn modelId="{4C98DBA1-2B11-4FD4-930C-1EC5449AA99E}" type="presParOf" srcId="{4747F17F-74A0-4F06-B33E-818565EE0EC0}" destId="{5EF58B44-E0F7-4D43-9E25-DB2DCF8F8788}" srcOrd="15" destOrd="0" presId="urn:microsoft.com/office/officeart/2005/8/layout/hierarchy2"/>
    <dgm:cxn modelId="{B8544EB6-E9F2-480C-B570-1DEA59FFEDBF}" type="presParOf" srcId="{5EF58B44-E0F7-4D43-9E25-DB2DCF8F8788}" destId="{32B949A5-A187-4FEE-AF49-FD9A4E967A76}" srcOrd="0" destOrd="0" presId="urn:microsoft.com/office/officeart/2005/8/layout/hierarchy2"/>
    <dgm:cxn modelId="{080E7699-EB0C-461B-AEF7-18425C469FD1}" type="presParOf" srcId="{5EF58B44-E0F7-4D43-9E25-DB2DCF8F8788}" destId="{36D9A693-F5D7-406B-BBF2-76C4E2A35F16}" srcOrd="1" destOrd="0" presId="urn:microsoft.com/office/officeart/2005/8/layout/hierarchy2"/>
    <dgm:cxn modelId="{5A368F1E-C92A-433E-ACF0-1794A1129988}" type="presParOf" srcId="{4747F17F-74A0-4F06-B33E-818565EE0EC0}" destId="{793C5B67-35FC-4E0B-9C7B-C8E70BBF552A}" srcOrd="16" destOrd="0" presId="urn:microsoft.com/office/officeart/2005/8/layout/hierarchy2"/>
    <dgm:cxn modelId="{63F26199-62DC-43B7-B80C-CB93830AB573}" type="presParOf" srcId="{793C5B67-35FC-4E0B-9C7B-C8E70BBF552A}" destId="{9CE9425A-98C8-47E6-842F-D35177290FFE}" srcOrd="0" destOrd="0" presId="urn:microsoft.com/office/officeart/2005/8/layout/hierarchy2"/>
    <dgm:cxn modelId="{64E44E19-8A12-401D-85FC-C3C9CD05A0A4}" type="presParOf" srcId="{4747F17F-74A0-4F06-B33E-818565EE0EC0}" destId="{DDD475FC-636B-4647-9B71-896B45075C9B}" srcOrd="17" destOrd="0" presId="urn:microsoft.com/office/officeart/2005/8/layout/hierarchy2"/>
    <dgm:cxn modelId="{CD16ADBB-BDCB-469D-A389-DC02800A29B5}" type="presParOf" srcId="{DDD475FC-636B-4647-9B71-896B45075C9B}" destId="{DB434950-F209-4F4A-8DFA-EC31839F6CE3}" srcOrd="0" destOrd="0" presId="urn:microsoft.com/office/officeart/2005/8/layout/hierarchy2"/>
    <dgm:cxn modelId="{B4C56AA3-2C53-44E1-A54B-E422504DA48E}" type="presParOf" srcId="{DDD475FC-636B-4647-9B71-896B45075C9B}" destId="{22D5AED6-0EB2-4263-8453-831B0C51CD11}" srcOrd="1" destOrd="0" presId="urn:microsoft.com/office/officeart/2005/8/layout/hierarchy2"/>
    <dgm:cxn modelId="{8852C84D-3A45-46EE-BFA7-56D698C93DC6}" type="presParOf" srcId="{4747F17F-74A0-4F06-B33E-818565EE0EC0}" destId="{D07202DF-4B33-4364-934C-3786B3F036AB}" srcOrd="18" destOrd="0" presId="urn:microsoft.com/office/officeart/2005/8/layout/hierarchy2"/>
    <dgm:cxn modelId="{E8E6901E-E8F9-4621-A812-B9F07F2D4146}" type="presParOf" srcId="{D07202DF-4B33-4364-934C-3786B3F036AB}" destId="{4D5BDA84-B081-4638-BC97-F30E0571AD60}" srcOrd="0" destOrd="0" presId="urn:microsoft.com/office/officeart/2005/8/layout/hierarchy2"/>
    <dgm:cxn modelId="{D19A9509-E248-4DB9-B047-B153BADDAE70}" type="presParOf" srcId="{4747F17F-74A0-4F06-B33E-818565EE0EC0}" destId="{F3CB774D-0BA2-4715-B5BC-1A343D0395AB}" srcOrd="19" destOrd="0" presId="urn:microsoft.com/office/officeart/2005/8/layout/hierarchy2"/>
    <dgm:cxn modelId="{58509A15-5403-446D-8386-198FC77B3777}" type="presParOf" srcId="{F3CB774D-0BA2-4715-B5BC-1A343D0395AB}" destId="{56CCB006-E74B-49B4-A4CA-6F4737ED750C}" srcOrd="0" destOrd="0" presId="urn:microsoft.com/office/officeart/2005/8/layout/hierarchy2"/>
    <dgm:cxn modelId="{5A0BA9D1-F48E-4E74-A575-611185C29C65}" type="presParOf" srcId="{F3CB774D-0BA2-4715-B5BC-1A343D0395AB}" destId="{790A07CA-98C9-47BB-905F-177625973437}"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AE88E4-0E89-4CBF-9283-1CD60F84999A}">
      <dsp:nvSpPr>
        <dsp:cNvPr id="0" name=""/>
        <dsp:cNvSpPr/>
      </dsp:nvSpPr>
      <dsp:spPr>
        <a:xfrm>
          <a:off x="3336582" y="2749333"/>
          <a:ext cx="1061314" cy="530657"/>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AE" sz="1800" kern="1200" dirty="0"/>
            <a:t>الصفحة الرئيسية</a:t>
          </a:r>
        </a:p>
      </dsp:txBody>
      <dsp:txXfrm>
        <a:off x="3352124" y="2764875"/>
        <a:ext cx="1030230" cy="499573"/>
      </dsp:txXfrm>
    </dsp:sp>
    <dsp:sp modelId="{19D9A69D-AAAD-4A66-B811-D9031CCA906C}">
      <dsp:nvSpPr>
        <dsp:cNvPr id="0" name=""/>
        <dsp:cNvSpPr/>
      </dsp:nvSpPr>
      <dsp:spPr>
        <a:xfrm>
          <a:off x="4397897" y="3006741"/>
          <a:ext cx="424525" cy="15842"/>
        </a:xfrm>
        <a:custGeom>
          <a:avLst/>
          <a:gdLst/>
          <a:ahLst/>
          <a:cxnLst/>
          <a:rect l="0" t="0" r="0" b="0"/>
          <a:pathLst>
            <a:path>
              <a:moveTo>
                <a:pt x="0" y="7921"/>
              </a:moveTo>
              <a:lnTo>
                <a:pt x="424525" y="7921"/>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rtl="1">
            <a:lnSpc>
              <a:spcPct val="90000"/>
            </a:lnSpc>
            <a:spcBef>
              <a:spcPct val="0"/>
            </a:spcBef>
            <a:spcAft>
              <a:spcPct val="35000"/>
            </a:spcAft>
            <a:buNone/>
          </a:pPr>
          <a:endParaRPr lang="ar-AE" sz="500" kern="1200"/>
        </a:p>
      </dsp:txBody>
      <dsp:txXfrm>
        <a:off x="4599546" y="3004049"/>
        <a:ext cx="21226" cy="21226"/>
      </dsp:txXfrm>
    </dsp:sp>
    <dsp:sp modelId="{F64550BC-7FC0-4022-BD49-52ADC4BD891B}">
      <dsp:nvSpPr>
        <dsp:cNvPr id="0" name=""/>
        <dsp:cNvSpPr/>
      </dsp:nvSpPr>
      <dsp:spPr>
        <a:xfrm>
          <a:off x="4822422" y="2749333"/>
          <a:ext cx="1061314" cy="530657"/>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AE" sz="1800" kern="1200" dirty="0"/>
            <a:t>تسجيل الدخول</a:t>
          </a:r>
        </a:p>
      </dsp:txBody>
      <dsp:txXfrm>
        <a:off x="4837964" y="2764875"/>
        <a:ext cx="1030230" cy="499573"/>
      </dsp:txXfrm>
    </dsp:sp>
    <dsp:sp modelId="{068D1252-56EF-49EC-BE17-FF0CA31F2F87}">
      <dsp:nvSpPr>
        <dsp:cNvPr id="0" name=""/>
        <dsp:cNvSpPr/>
      </dsp:nvSpPr>
      <dsp:spPr>
        <a:xfrm>
          <a:off x="5883737" y="3006741"/>
          <a:ext cx="424525" cy="15842"/>
        </a:xfrm>
        <a:custGeom>
          <a:avLst/>
          <a:gdLst/>
          <a:ahLst/>
          <a:cxnLst/>
          <a:rect l="0" t="0" r="0" b="0"/>
          <a:pathLst>
            <a:path>
              <a:moveTo>
                <a:pt x="0" y="7921"/>
              </a:moveTo>
              <a:lnTo>
                <a:pt x="424525" y="7921"/>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rtl="1">
            <a:lnSpc>
              <a:spcPct val="90000"/>
            </a:lnSpc>
            <a:spcBef>
              <a:spcPct val="0"/>
            </a:spcBef>
            <a:spcAft>
              <a:spcPct val="35000"/>
            </a:spcAft>
            <a:buNone/>
          </a:pPr>
          <a:endParaRPr lang="ar-AE" sz="500" kern="1200"/>
        </a:p>
      </dsp:txBody>
      <dsp:txXfrm>
        <a:off x="6085386" y="3004049"/>
        <a:ext cx="21226" cy="21226"/>
      </dsp:txXfrm>
    </dsp:sp>
    <dsp:sp modelId="{E84BE0C2-05C2-4901-AA45-6DDB98BDF7CC}">
      <dsp:nvSpPr>
        <dsp:cNvPr id="0" name=""/>
        <dsp:cNvSpPr/>
      </dsp:nvSpPr>
      <dsp:spPr>
        <a:xfrm>
          <a:off x="6308262" y="2749333"/>
          <a:ext cx="1061314" cy="530657"/>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AE" sz="1800" kern="1200" dirty="0"/>
            <a:t>لوحة التحكم</a:t>
          </a:r>
        </a:p>
      </dsp:txBody>
      <dsp:txXfrm>
        <a:off x="6323804" y="2764875"/>
        <a:ext cx="1030230" cy="499573"/>
      </dsp:txXfrm>
    </dsp:sp>
    <dsp:sp modelId="{D3DE14C5-A02A-4B5B-9344-8DFFE8CCD289}">
      <dsp:nvSpPr>
        <dsp:cNvPr id="0" name=""/>
        <dsp:cNvSpPr/>
      </dsp:nvSpPr>
      <dsp:spPr>
        <a:xfrm rot="16727265">
          <a:off x="6192454" y="1633665"/>
          <a:ext cx="2778770" cy="15842"/>
        </a:xfrm>
        <a:custGeom>
          <a:avLst/>
          <a:gdLst/>
          <a:ahLst/>
          <a:cxnLst/>
          <a:rect l="0" t="0" r="0" b="0"/>
          <a:pathLst>
            <a:path>
              <a:moveTo>
                <a:pt x="0" y="7921"/>
              </a:moveTo>
              <a:lnTo>
                <a:pt x="2778770" y="792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rtl="1">
            <a:lnSpc>
              <a:spcPct val="90000"/>
            </a:lnSpc>
            <a:spcBef>
              <a:spcPct val="0"/>
            </a:spcBef>
            <a:spcAft>
              <a:spcPct val="35000"/>
            </a:spcAft>
            <a:buNone/>
          </a:pPr>
          <a:endParaRPr lang="ar-AE" sz="1000" kern="1200"/>
        </a:p>
      </dsp:txBody>
      <dsp:txXfrm>
        <a:off x="7512370" y="1572117"/>
        <a:ext cx="138938" cy="138938"/>
      </dsp:txXfrm>
    </dsp:sp>
    <dsp:sp modelId="{183DA945-B649-4AC0-B8F7-3B2DE9499D02}">
      <dsp:nvSpPr>
        <dsp:cNvPr id="0" name=""/>
        <dsp:cNvSpPr/>
      </dsp:nvSpPr>
      <dsp:spPr>
        <a:xfrm>
          <a:off x="7794102" y="3183"/>
          <a:ext cx="1061314" cy="530657"/>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AE" sz="1800" kern="1200" dirty="0"/>
            <a:t>إدارة الأطباء</a:t>
          </a:r>
        </a:p>
      </dsp:txBody>
      <dsp:txXfrm>
        <a:off x="7809644" y="18725"/>
        <a:ext cx="1030230" cy="499573"/>
      </dsp:txXfrm>
    </dsp:sp>
    <dsp:sp modelId="{125D8CB2-52B3-42E4-937F-FC2AE525DFFD}">
      <dsp:nvSpPr>
        <dsp:cNvPr id="0" name=""/>
        <dsp:cNvSpPr/>
      </dsp:nvSpPr>
      <dsp:spPr>
        <a:xfrm rot="16874489">
          <a:off x="6493002" y="1938793"/>
          <a:ext cx="2177675" cy="15842"/>
        </a:xfrm>
        <a:custGeom>
          <a:avLst/>
          <a:gdLst/>
          <a:ahLst/>
          <a:cxnLst/>
          <a:rect l="0" t="0" r="0" b="0"/>
          <a:pathLst>
            <a:path>
              <a:moveTo>
                <a:pt x="0" y="7921"/>
              </a:moveTo>
              <a:lnTo>
                <a:pt x="2177675" y="792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rtl="1">
            <a:lnSpc>
              <a:spcPct val="90000"/>
            </a:lnSpc>
            <a:spcBef>
              <a:spcPct val="0"/>
            </a:spcBef>
            <a:spcAft>
              <a:spcPct val="35000"/>
            </a:spcAft>
            <a:buNone/>
          </a:pPr>
          <a:endParaRPr lang="ar-AE" sz="800" kern="1200"/>
        </a:p>
      </dsp:txBody>
      <dsp:txXfrm>
        <a:off x="7527398" y="1892273"/>
        <a:ext cx="108883" cy="108883"/>
      </dsp:txXfrm>
    </dsp:sp>
    <dsp:sp modelId="{537D795A-0E5C-4708-BC47-5AC827E57201}">
      <dsp:nvSpPr>
        <dsp:cNvPr id="0" name=""/>
        <dsp:cNvSpPr/>
      </dsp:nvSpPr>
      <dsp:spPr>
        <a:xfrm>
          <a:off x="7794102" y="613438"/>
          <a:ext cx="1061314" cy="530657"/>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AE" sz="1800" kern="1200" dirty="0"/>
            <a:t>إدارة الأخصائيين</a:t>
          </a:r>
        </a:p>
      </dsp:txBody>
      <dsp:txXfrm>
        <a:off x="7809644" y="628980"/>
        <a:ext cx="1030230" cy="499573"/>
      </dsp:txXfrm>
    </dsp:sp>
    <dsp:sp modelId="{2A2538FC-2CDC-4C4E-B5E7-31D4E05993BF}">
      <dsp:nvSpPr>
        <dsp:cNvPr id="0" name=""/>
        <dsp:cNvSpPr/>
      </dsp:nvSpPr>
      <dsp:spPr>
        <a:xfrm rot="17132988">
          <a:off x="6790038" y="2243921"/>
          <a:ext cx="1583602" cy="15842"/>
        </a:xfrm>
        <a:custGeom>
          <a:avLst/>
          <a:gdLst/>
          <a:ahLst/>
          <a:cxnLst/>
          <a:rect l="0" t="0" r="0" b="0"/>
          <a:pathLst>
            <a:path>
              <a:moveTo>
                <a:pt x="0" y="7921"/>
              </a:moveTo>
              <a:lnTo>
                <a:pt x="1583602" y="792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rtl="1">
            <a:lnSpc>
              <a:spcPct val="90000"/>
            </a:lnSpc>
            <a:spcBef>
              <a:spcPct val="0"/>
            </a:spcBef>
            <a:spcAft>
              <a:spcPct val="35000"/>
            </a:spcAft>
            <a:buNone/>
          </a:pPr>
          <a:endParaRPr lang="ar-AE" sz="600" kern="1200"/>
        </a:p>
      </dsp:txBody>
      <dsp:txXfrm>
        <a:off x="7542249" y="2212252"/>
        <a:ext cx="79180" cy="79180"/>
      </dsp:txXfrm>
    </dsp:sp>
    <dsp:sp modelId="{05BB09A1-9398-4BD2-A221-5ECC0BEDE0BA}">
      <dsp:nvSpPr>
        <dsp:cNvPr id="0" name=""/>
        <dsp:cNvSpPr/>
      </dsp:nvSpPr>
      <dsp:spPr>
        <a:xfrm>
          <a:off x="7794102" y="1223694"/>
          <a:ext cx="1061314" cy="530657"/>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AE" sz="1800" kern="1200" dirty="0"/>
            <a:t>إدارة الموظفين</a:t>
          </a:r>
        </a:p>
      </dsp:txBody>
      <dsp:txXfrm>
        <a:off x="7809644" y="1239236"/>
        <a:ext cx="1030230" cy="499573"/>
      </dsp:txXfrm>
    </dsp:sp>
    <dsp:sp modelId="{B50EED6C-D8BB-4C25-91CB-12C0E06CD138}">
      <dsp:nvSpPr>
        <dsp:cNvPr id="0" name=""/>
        <dsp:cNvSpPr/>
      </dsp:nvSpPr>
      <dsp:spPr>
        <a:xfrm rot="17692822">
          <a:off x="7077323" y="2549049"/>
          <a:ext cx="1009033" cy="15842"/>
        </a:xfrm>
        <a:custGeom>
          <a:avLst/>
          <a:gdLst/>
          <a:ahLst/>
          <a:cxnLst/>
          <a:rect l="0" t="0" r="0" b="0"/>
          <a:pathLst>
            <a:path>
              <a:moveTo>
                <a:pt x="0" y="7921"/>
              </a:moveTo>
              <a:lnTo>
                <a:pt x="1009033" y="792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rtl="1">
            <a:lnSpc>
              <a:spcPct val="90000"/>
            </a:lnSpc>
            <a:spcBef>
              <a:spcPct val="0"/>
            </a:spcBef>
            <a:spcAft>
              <a:spcPct val="35000"/>
            </a:spcAft>
            <a:buNone/>
          </a:pPr>
          <a:endParaRPr lang="ar-AE" sz="500" kern="1200"/>
        </a:p>
      </dsp:txBody>
      <dsp:txXfrm>
        <a:off x="7556614" y="2531744"/>
        <a:ext cx="50451" cy="50451"/>
      </dsp:txXfrm>
    </dsp:sp>
    <dsp:sp modelId="{C296EA4B-6E6E-46D7-9CC1-D2DA80964F2B}">
      <dsp:nvSpPr>
        <dsp:cNvPr id="0" name=""/>
        <dsp:cNvSpPr/>
      </dsp:nvSpPr>
      <dsp:spPr>
        <a:xfrm>
          <a:off x="7794102" y="1833950"/>
          <a:ext cx="1061314" cy="530657"/>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AE" sz="1800" kern="1200" dirty="0"/>
            <a:t>قائمة المرضى</a:t>
          </a:r>
        </a:p>
      </dsp:txBody>
      <dsp:txXfrm>
        <a:off x="7809644" y="1849492"/>
        <a:ext cx="1030230" cy="499573"/>
      </dsp:txXfrm>
    </dsp:sp>
    <dsp:sp modelId="{58452DC9-8D9C-44BC-8BF4-5E24CCAC310E}">
      <dsp:nvSpPr>
        <dsp:cNvPr id="0" name=""/>
        <dsp:cNvSpPr/>
      </dsp:nvSpPr>
      <dsp:spPr>
        <a:xfrm rot="19457599">
          <a:off x="7320437" y="2854177"/>
          <a:ext cx="522805" cy="15842"/>
        </a:xfrm>
        <a:custGeom>
          <a:avLst/>
          <a:gdLst/>
          <a:ahLst/>
          <a:cxnLst/>
          <a:rect l="0" t="0" r="0" b="0"/>
          <a:pathLst>
            <a:path>
              <a:moveTo>
                <a:pt x="0" y="7921"/>
              </a:moveTo>
              <a:lnTo>
                <a:pt x="522805" y="792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rtl="1">
            <a:lnSpc>
              <a:spcPct val="90000"/>
            </a:lnSpc>
            <a:spcBef>
              <a:spcPct val="0"/>
            </a:spcBef>
            <a:spcAft>
              <a:spcPct val="35000"/>
            </a:spcAft>
            <a:buNone/>
          </a:pPr>
          <a:endParaRPr lang="ar-AE" sz="500" kern="1200"/>
        </a:p>
      </dsp:txBody>
      <dsp:txXfrm>
        <a:off x="7568769" y="2849028"/>
        <a:ext cx="26140" cy="26140"/>
      </dsp:txXfrm>
    </dsp:sp>
    <dsp:sp modelId="{58905314-686C-41AE-AAD8-66883A8599F8}">
      <dsp:nvSpPr>
        <dsp:cNvPr id="0" name=""/>
        <dsp:cNvSpPr/>
      </dsp:nvSpPr>
      <dsp:spPr>
        <a:xfrm>
          <a:off x="7794102" y="2444206"/>
          <a:ext cx="1061314" cy="530657"/>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AE" sz="1800" kern="1200" dirty="0"/>
            <a:t>المقالات</a:t>
          </a:r>
        </a:p>
      </dsp:txBody>
      <dsp:txXfrm>
        <a:off x="7809644" y="2459748"/>
        <a:ext cx="1030230" cy="499573"/>
      </dsp:txXfrm>
    </dsp:sp>
    <dsp:sp modelId="{788F975A-03EA-4DD2-ACCA-54CD5141FAF5}">
      <dsp:nvSpPr>
        <dsp:cNvPr id="0" name=""/>
        <dsp:cNvSpPr/>
      </dsp:nvSpPr>
      <dsp:spPr>
        <a:xfrm rot="2142401">
          <a:off x="7320437" y="3159305"/>
          <a:ext cx="522805" cy="15842"/>
        </a:xfrm>
        <a:custGeom>
          <a:avLst/>
          <a:gdLst/>
          <a:ahLst/>
          <a:cxnLst/>
          <a:rect l="0" t="0" r="0" b="0"/>
          <a:pathLst>
            <a:path>
              <a:moveTo>
                <a:pt x="0" y="7921"/>
              </a:moveTo>
              <a:lnTo>
                <a:pt x="522805" y="792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rtl="1">
            <a:lnSpc>
              <a:spcPct val="90000"/>
            </a:lnSpc>
            <a:spcBef>
              <a:spcPct val="0"/>
            </a:spcBef>
            <a:spcAft>
              <a:spcPct val="35000"/>
            </a:spcAft>
            <a:buNone/>
          </a:pPr>
          <a:endParaRPr lang="ar-AE" sz="500" kern="1200"/>
        </a:p>
      </dsp:txBody>
      <dsp:txXfrm>
        <a:off x="7568769" y="3154156"/>
        <a:ext cx="26140" cy="26140"/>
      </dsp:txXfrm>
    </dsp:sp>
    <dsp:sp modelId="{C0062832-F198-42CD-AF2E-F52EA0D6B03F}">
      <dsp:nvSpPr>
        <dsp:cNvPr id="0" name=""/>
        <dsp:cNvSpPr/>
      </dsp:nvSpPr>
      <dsp:spPr>
        <a:xfrm>
          <a:off x="7794102" y="3054461"/>
          <a:ext cx="1061314" cy="530657"/>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AE" sz="1800" kern="1200" dirty="0"/>
            <a:t>الاستبيانات</a:t>
          </a:r>
        </a:p>
      </dsp:txBody>
      <dsp:txXfrm>
        <a:off x="7809644" y="3070003"/>
        <a:ext cx="1030230" cy="499573"/>
      </dsp:txXfrm>
    </dsp:sp>
    <dsp:sp modelId="{021AFA7B-846F-4236-BA2F-D92777C0A9C5}">
      <dsp:nvSpPr>
        <dsp:cNvPr id="0" name=""/>
        <dsp:cNvSpPr/>
      </dsp:nvSpPr>
      <dsp:spPr>
        <a:xfrm rot="3907178">
          <a:off x="7077323" y="3464433"/>
          <a:ext cx="1009033" cy="15842"/>
        </a:xfrm>
        <a:custGeom>
          <a:avLst/>
          <a:gdLst/>
          <a:ahLst/>
          <a:cxnLst/>
          <a:rect l="0" t="0" r="0" b="0"/>
          <a:pathLst>
            <a:path>
              <a:moveTo>
                <a:pt x="0" y="7921"/>
              </a:moveTo>
              <a:lnTo>
                <a:pt x="1009033" y="792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rtl="1">
            <a:lnSpc>
              <a:spcPct val="90000"/>
            </a:lnSpc>
            <a:spcBef>
              <a:spcPct val="0"/>
            </a:spcBef>
            <a:spcAft>
              <a:spcPct val="35000"/>
            </a:spcAft>
            <a:buNone/>
          </a:pPr>
          <a:endParaRPr lang="ar-AE" sz="500" kern="1200"/>
        </a:p>
      </dsp:txBody>
      <dsp:txXfrm>
        <a:off x="7556614" y="3447128"/>
        <a:ext cx="50451" cy="50451"/>
      </dsp:txXfrm>
    </dsp:sp>
    <dsp:sp modelId="{A8AA17BC-A9CE-476F-AE83-059B71ED32CC}">
      <dsp:nvSpPr>
        <dsp:cNvPr id="0" name=""/>
        <dsp:cNvSpPr/>
      </dsp:nvSpPr>
      <dsp:spPr>
        <a:xfrm>
          <a:off x="7794102" y="3664717"/>
          <a:ext cx="1061314" cy="530657"/>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AE" sz="1800" kern="1200" dirty="0"/>
            <a:t>التقارير</a:t>
          </a:r>
        </a:p>
      </dsp:txBody>
      <dsp:txXfrm>
        <a:off x="7809644" y="3680259"/>
        <a:ext cx="1030230" cy="499573"/>
      </dsp:txXfrm>
    </dsp:sp>
    <dsp:sp modelId="{9E9513D2-54C1-4DDE-884D-35C5C2C0316F}">
      <dsp:nvSpPr>
        <dsp:cNvPr id="0" name=""/>
        <dsp:cNvSpPr/>
      </dsp:nvSpPr>
      <dsp:spPr>
        <a:xfrm rot="4467012">
          <a:off x="6790038" y="3769561"/>
          <a:ext cx="1583602" cy="15842"/>
        </a:xfrm>
        <a:custGeom>
          <a:avLst/>
          <a:gdLst/>
          <a:ahLst/>
          <a:cxnLst/>
          <a:rect l="0" t="0" r="0" b="0"/>
          <a:pathLst>
            <a:path>
              <a:moveTo>
                <a:pt x="0" y="7921"/>
              </a:moveTo>
              <a:lnTo>
                <a:pt x="1583602" y="792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rtl="1">
            <a:lnSpc>
              <a:spcPct val="90000"/>
            </a:lnSpc>
            <a:spcBef>
              <a:spcPct val="0"/>
            </a:spcBef>
            <a:spcAft>
              <a:spcPct val="35000"/>
            </a:spcAft>
            <a:buNone/>
          </a:pPr>
          <a:endParaRPr lang="ar-AE" sz="600" kern="1200"/>
        </a:p>
      </dsp:txBody>
      <dsp:txXfrm>
        <a:off x="7542249" y="3737892"/>
        <a:ext cx="79180" cy="79180"/>
      </dsp:txXfrm>
    </dsp:sp>
    <dsp:sp modelId="{32B949A5-A187-4FEE-AF49-FD9A4E967A76}">
      <dsp:nvSpPr>
        <dsp:cNvPr id="0" name=""/>
        <dsp:cNvSpPr/>
      </dsp:nvSpPr>
      <dsp:spPr>
        <a:xfrm>
          <a:off x="7794102" y="4274973"/>
          <a:ext cx="1061314" cy="530657"/>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AE" sz="1800" kern="1200" dirty="0"/>
            <a:t>التقييمات</a:t>
          </a:r>
        </a:p>
      </dsp:txBody>
      <dsp:txXfrm>
        <a:off x="7809644" y="4290515"/>
        <a:ext cx="1030230" cy="499573"/>
      </dsp:txXfrm>
    </dsp:sp>
    <dsp:sp modelId="{793C5B67-35FC-4E0B-9C7B-C8E70BBF552A}">
      <dsp:nvSpPr>
        <dsp:cNvPr id="0" name=""/>
        <dsp:cNvSpPr/>
      </dsp:nvSpPr>
      <dsp:spPr>
        <a:xfrm rot="4725511">
          <a:off x="6493002" y="4074688"/>
          <a:ext cx="2177675" cy="15842"/>
        </a:xfrm>
        <a:custGeom>
          <a:avLst/>
          <a:gdLst/>
          <a:ahLst/>
          <a:cxnLst/>
          <a:rect l="0" t="0" r="0" b="0"/>
          <a:pathLst>
            <a:path>
              <a:moveTo>
                <a:pt x="0" y="7921"/>
              </a:moveTo>
              <a:lnTo>
                <a:pt x="2177675" y="792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rtl="1">
            <a:lnSpc>
              <a:spcPct val="90000"/>
            </a:lnSpc>
            <a:spcBef>
              <a:spcPct val="0"/>
            </a:spcBef>
            <a:spcAft>
              <a:spcPct val="35000"/>
            </a:spcAft>
            <a:buNone/>
          </a:pPr>
          <a:endParaRPr lang="ar-AE" sz="800" kern="1200"/>
        </a:p>
      </dsp:txBody>
      <dsp:txXfrm>
        <a:off x="7527398" y="4028168"/>
        <a:ext cx="108883" cy="108883"/>
      </dsp:txXfrm>
    </dsp:sp>
    <dsp:sp modelId="{DB434950-F209-4F4A-8DFA-EC31839F6CE3}">
      <dsp:nvSpPr>
        <dsp:cNvPr id="0" name=""/>
        <dsp:cNvSpPr/>
      </dsp:nvSpPr>
      <dsp:spPr>
        <a:xfrm>
          <a:off x="7794102" y="4885228"/>
          <a:ext cx="1061314" cy="530657"/>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AE" sz="1800" kern="1200" dirty="0"/>
            <a:t>إعدادات النظام</a:t>
          </a:r>
        </a:p>
      </dsp:txBody>
      <dsp:txXfrm>
        <a:off x="7809644" y="4900770"/>
        <a:ext cx="1030230" cy="499573"/>
      </dsp:txXfrm>
    </dsp:sp>
    <dsp:sp modelId="{D07202DF-4B33-4364-934C-3786B3F036AB}">
      <dsp:nvSpPr>
        <dsp:cNvPr id="0" name=""/>
        <dsp:cNvSpPr/>
      </dsp:nvSpPr>
      <dsp:spPr>
        <a:xfrm rot="4872735">
          <a:off x="6192454" y="4379816"/>
          <a:ext cx="2778770" cy="15842"/>
        </a:xfrm>
        <a:custGeom>
          <a:avLst/>
          <a:gdLst/>
          <a:ahLst/>
          <a:cxnLst/>
          <a:rect l="0" t="0" r="0" b="0"/>
          <a:pathLst>
            <a:path>
              <a:moveTo>
                <a:pt x="0" y="7921"/>
              </a:moveTo>
              <a:lnTo>
                <a:pt x="2778770" y="792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rtl="1">
            <a:lnSpc>
              <a:spcPct val="90000"/>
            </a:lnSpc>
            <a:spcBef>
              <a:spcPct val="0"/>
            </a:spcBef>
            <a:spcAft>
              <a:spcPct val="35000"/>
            </a:spcAft>
            <a:buNone/>
          </a:pPr>
          <a:endParaRPr lang="ar-AE" sz="1000" kern="1200"/>
        </a:p>
      </dsp:txBody>
      <dsp:txXfrm>
        <a:off x="7512370" y="4318268"/>
        <a:ext cx="138938" cy="138938"/>
      </dsp:txXfrm>
    </dsp:sp>
    <dsp:sp modelId="{56CCB006-E74B-49B4-A4CA-6F4737ED750C}">
      <dsp:nvSpPr>
        <dsp:cNvPr id="0" name=""/>
        <dsp:cNvSpPr/>
      </dsp:nvSpPr>
      <dsp:spPr>
        <a:xfrm>
          <a:off x="7794102" y="5495484"/>
          <a:ext cx="1061314" cy="530657"/>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rtl="1">
            <a:lnSpc>
              <a:spcPct val="90000"/>
            </a:lnSpc>
            <a:spcBef>
              <a:spcPct val="0"/>
            </a:spcBef>
            <a:spcAft>
              <a:spcPct val="35000"/>
            </a:spcAft>
            <a:buNone/>
          </a:pPr>
          <a:r>
            <a:rPr lang="ar-AE" sz="1800" kern="1200" dirty="0"/>
            <a:t>الملف الشخصي</a:t>
          </a:r>
        </a:p>
      </dsp:txBody>
      <dsp:txXfrm>
        <a:off x="7809644" y="5511026"/>
        <a:ext cx="1030230" cy="49957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8846A95C-337E-9058-8EE2-4CF19B8BFF85}"/>
              </a:ext>
            </a:extLst>
          </p:cNvPr>
          <p:cNvSpPr>
            <a:spLocks noGrp="1"/>
          </p:cNvSpPr>
          <p:nvPr>
            <p:ph type="ctrTitle"/>
          </p:nvPr>
        </p:nvSpPr>
        <p:spPr>
          <a:xfrm>
            <a:off x="1524000" y="1122363"/>
            <a:ext cx="9144000" cy="2387600"/>
          </a:xfrm>
        </p:spPr>
        <p:txBody>
          <a:bodyPr anchor="b"/>
          <a:lstStyle>
            <a:lvl1pPr algn="ctr">
              <a:defRPr sz="6000"/>
            </a:lvl1pPr>
          </a:lstStyle>
          <a:p>
            <a:r>
              <a:rPr lang="ar-SA"/>
              <a:t>انقر لتحرير نمط عنوان الشكل الرئيسي</a:t>
            </a:r>
            <a:endParaRPr lang="en-US"/>
          </a:p>
        </p:txBody>
      </p:sp>
      <p:sp>
        <p:nvSpPr>
          <p:cNvPr id="3" name="عنوان فرعي 2">
            <a:extLst>
              <a:ext uri="{FF2B5EF4-FFF2-40B4-BE49-F238E27FC236}">
                <a16:creationId xmlns:a16="http://schemas.microsoft.com/office/drawing/2014/main" id="{8F1CCC4C-5FC6-6B50-2AC7-5F4C1B63E4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ar-SA"/>
              <a:t>انقر لتحرير نمط العنوان الفرعي للشكل الرئيسي</a:t>
            </a:r>
            <a:endParaRPr lang="en-US"/>
          </a:p>
        </p:txBody>
      </p:sp>
      <p:sp>
        <p:nvSpPr>
          <p:cNvPr id="4" name="عنصر نائب للتاريخ 3">
            <a:extLst>
              <a:ext uri="{FF2B5EF4-FFF2-40B4-BE49-F238E27FC236}">
                <a16:creationId xmlns:a16="http://schemas.microsoft.com/office/drawing/2014/main" id="{D254E529-DD8D-F259-0885-D4FED7B00200}"/>
              </a:ext>
            </a:extLst>
          </p:cNvPr>
          <p:cNvSpPr>
            <a:spLocks noGrp="1"/>
          </p:cNvSpPr>
          <p:nvPr>
            <p:ph type="dt" sz="half" idx="10"/>
          </p:nvPr>
        </p:nvSpPr>
        <p:spPr/>
        <p:txBody>
          <a:bodyPr/>
          <a:lstStyle/>
          <a:p>
            <a:fld id="{36CA9A3F-A641-483D-AF38-EF2EE904D83D}" type="datetimeFigureOut">
              <a:rPr lang="en-US" smtClean="0"/>
              <a:t>12/22/2025</a:t>
            </a:fld>
            <a:endParaRPr lang="en-US"/>
          </a:p>
        </p:txBody>
      </p:sp>
      <p:sp>
        <p:nvSpPr>
          <p:cNvPr id="5" name="عنصر نائب للتذييل 4">
            <a:extLst>
              <a:ext uri="{FF2B5EF4-FFF2-40B4-BE49-F238E27FC236}">
                <a16:creationId xmlns:a16="http://schemas.microsoft.com/office/drawing/2014/main" id="{0A78A5AB-4CA8-BFFA-7CD9-B8D61BD3E2F7}"/>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40D56C3A-2C9D-895F-3BE0-2A96D4F5497C}"/>
              </a:ext>
            </a:extLst>
          </p:cNvPr>
          <p:cNvSpPr>
            <a:spLocks noGrp="1"/>
          </p:cNvSpPr>
          <p:nvPr>
            <p:ph type="sldNum" sz="quarter" idx="12"/>
          </p:nvPr>
        </p:nvSpPr>
        <p:spPr/>
        <p:txBody>
          <a:bodyPr/>
          <a:lstStyle/>
          <a:p>
            <a:fld id="{B315B09C-ABAF-4E42-BC31-C72E57883836}" type="slidenum">
              <a:rPr lang="en-US" smtClean="0"/>
              <a:t>‹#›</a:t>
            </a:fld>
            <a:endParaRPr lang="en-US"/>
          </a:p>
        </p:txBody>
      </p:sp>
    </p:spTree>
    <p:extLst>
      <p:ext uri="{BB962C8B-B14F-4D97-AF65-F5344CB8AC3E}">
        <p14:creationId xmlns:p14="http://schemas.microsoft.com/office/powerpoint/2010/main" val="12464821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5B7D4C1-922A-AAB9-7C90-6C1DFFB3329A}"/>
              </a:ext>
            </a:extLst>
          </p:cNvPr>
          <p:cNvSpPr>
            <a:spLocks noGrp="1"/>
          </p:cNvSpPr>
          <p:nvPr>
            <p:ph type="title"/>
          </p:nvPr>
        </p:nvSpPr>
        <p:spPr/>
        <p:txBody>
          <a:bodyPr/>
          <a:lstStyle/>
          <a:p>
            <a:r>
              <a:rPr lang="ar-SA"/>
              <a:t>انقر لتحرير نمط عنوان الشكل الرئيسي</a:t>
            </a:r>
            <a:endParaRPr lang="en-US"/>
          </a:p>
        </p:txBody>
      </p:sp>
      <p:sp>
        <p:nvSpPr>
          <p:cNvPr id="3" name="عنصر نائب للمحتوى 2">
            <a:extLst>
              <a:ext uri="{FF2B5EF4-FFF2-40B4-BE49-F238E27FC236}">
                <a16:creationId xmlns:a16="http://schemas.microsoft.com/office/drawing/2014/main" id="{01934A17-5A52-7DDE-5B0E-4A5E760E1FBF}"/>
              </a:ext>
            </a:extLst>
          </p:cNvPr>
          <p:cNvSpPr>
            <a:spLocks noGrp="1"/>
          </p:cNvSpPr>
          <p:nvPr>
            <p:ph idx="1"/>
          </p:nvPr>
        </p:nvSpPr>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a:extLst>
              <a:ext uri="{FF2B5EF4-FFF2-40B4-BE49-F238E27FC236}">
                <a16:creationId xmlns:a16="http://schemas.microsoft.com/office/drawing/2014/main" id="{E5199657-6575-6287-9B77-19C972972EDE}"/>
              </a:ext>
            </a:extLst>
          </p:cNvPr>
          <p:cNvSpPr>
            <a:spLocks noGrp="1"/>
          </p:cNvSpPr>
          <p:nvPr>
            <p:ph type="dt" sz="half" idx="10"/>
          </p:nvPr>
        </p:nvSpPr>
        <p:spPr/>
        <p:txBody>
          <a:bodyPr/>
          <a:lstStyle/>
          <a:p>
            <a:fld id="{36CA9A3F-A641-483D-AF38-EF2EE904D83D}" type="datetimeFigureOut">
              <a:rPr lang="en-US" smtClean="0"/>
              <a:t>12/22/2025</a:t>
            </a:fld>
            <a:endParaRPr lang="en-US"/>
          </a:p>
        </p:txBody>
      </p:sp>
      <p:sp>
        <p:nvSpPr>
          <p:cNvPr id="5" name="عنصر نائب للتذييل 4">
            <a:extLst>
              <a:ext uri="{FF2B5EF4-FFF2-40B4-BE49-F238E27FC236}">
                <a16:creationId xmlns:a16="http://schemas.microsoft.com/office/drawing/2014/main" id="{51DBDD66-CCA7-D22C-2AAE-66949325DA67}"/>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D2B6DDC7-9009-BB25-D4A5-8EA196A9903A}"/>
              </a:ext>
            </a:extLst>
          </p:cNvPr>
          <p:cNvSpPr>
            <a:spLocks noGrp="1"/>
          </p:cNvSpPr>
          <p:nvPr>
            <p:ph type="sldNum" sz="quarter" idx="12"/>
          </p:nvPr>
        </p:nvSpPr>
        <p:spPr/>
        <p:txBody>
          <a:bodyPr/>
          <a:lstStyle/>
          <a:p>
            <a:fld id="{B315B09C-ABAF-4E42-BC31-C72E57883836}" type="slidenum">
              <a:rPr lang="en-US" smtClean="0"/>
              <a:t>‹#›</a:t>
            </a:fld>
            <a:endParaRPr lang="en-US"/>
          </a:p>
        </p:txBody>
      </p:sp>
    </p:spTree>
    <p:extLst>
      <p:ext uri="{BB962C8B-B14F-4D97-AF65-F5344CB8AC3E}">
        <p14:creationId xmlns:p14="http://schemas.microsoft.com/office/powerpoint/2010/main" val="3637580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BDB8DFB2-391F-3E66-DE74-FE0A78AAABAD}"/>
              </a:ext>
            </a:extLst>
          </p:cNvPr>
          <p:cNvSpPr>
            <a:spLocks noGrp="1"/>
          </p:cNvSpPr>
          <p:nvPr>
            <p:ph type="title"/>
          </p:nvPr>
        </p:nvSpPr>
        <p:spPr>
          <a:xfrm>
            <a:off x="831850" y="1709738"/>
            <a:ext cx="10515600" cy="2852737"/>
          </a:xfrm>
        </p:spPr>
        <p:txBody>
          <a:bodyPr anchor="b"/>
          <a:lstStyle>
            <a:lvl1pPr>
              <a:defRPr sz="6000"/>
            </a:lvl1pPr>
          </a:lstStyle>
          <a:p>
            <a:r>
              <a:rPr lang="ar-SA"/>
              <a:t>انقر لتحرير نمط عنوان الشكل الرئيسي</a:t>
            </a:r>
            <a:endParaRPr lang="en-US"/>
          </a:p>
        </p:txBody>
      </p:sp>
      <p:sp>
        <p:nvSpPr>
          <p:cNvPr id="3" name="عنصر نائب للنص 2">
            <a:extLst>
              <a:ext uri="{FF2B5EF4-FFF2-40B4-BE49-F238E27FC236}">
                <a16:creationId xmlns:a16="http://schemas.microsoft.com/office/drawing/2014/main" id="{93A812A9-77BB-4318-CAA2-74C53FD0CC3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ar-SA"/>
              <a:t>انقر لتحرير أنماط نص الشكل الرئيسي</a:t>
            </a:r>
          </a:p>
        </p:txBody>
      </p:sp>
      <p:sp>
        <p:nvSpPr>
          <p:cNvPr id="4" name="عنصر نائب للتاريخ 3">
            <a:extLst>
              <a:ext uri="{FF2B5EF4-FFF2-40B4-BE49-F238E27FC236}">
                <a16:creationId xmlns:a16="http://schemas.microsoft.com/office/drawing/2014/main" id="{50737D59-FB7F-F178-ABA1-05E7A967A23B}"/>
              </a:ext>
            </a:extLst>
          </p:cNvPr>
          <p:cNvSpPr>
            <a:spLocks noGrp="1"/>
          </p:cNvSpPr>
          <p:nvPr>
            <p:ph type="dt" sz="half" idx="10"/>
          </p:nvPr>
        </p:nvSpPr>
        <p:spPr/>
        <p:txBody>
          <a:bodyPr/>
          <a:lstStyle/>
          <a:p>
            <a:fld id="{36CA9A3F-A641-483D-AF38-EF2EE904D83D}" type="datetimeFigureOut">
              <a:rPr lang="en-US" smtClean="0"/>
              <a:t>12/22/2025</a:t>
            </a:fld>
            <a:endParaRPr lang="en-US"/>
          </a:p>
        </p:txBody>
      </p:sp>
      <p:sp>
        <p:nvSpPr>
          <p:cNvPr id="5" name="عنصر نائب للتذييل 4">
            <a:extLst>
              <a:ext uri="{FF2B5EF4-FFF2-40B4-BE49-F238E27FC236}">
                <a16:creationId xmlns:a16="http://schemas.microsoft.com/office/drawing/2014/main" id="{FF3C63AC-FBC9-D1F0-6D2F-DF93D4CC8F6D}"/>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068A6661-2558-03C3-FA56-0DB94868703F}"/>
              </a:ext>
            </a:extLst>
          </p:cNvPr>
          <p:cNvSpPr>
            <a:spLocks noGrp="1"/>
          </p:cNvSpPr>
          <p:nvPr>
            <p:ph type="sldNum" sz="quarter" idx="12"/>
          </p:nvPr>
        </p:nvSpPr>
        <p:spPr/>
        <p:txBody>
          <a:bodyPr/>
          <a:lstStyle/>
          <a:p>
            <a:fld id="{B315B09C-ABAF-4E42-BC31-C72E57883836}" type="slidenum">
              <a:rPr lang="en-US" smtClean="0"/>
              <a:t>‹#›</a:t>
            </a:fld>
            <a:endParaRPr lang="en-US"/>
          </a:p>
        </p:txBody>
      </p:sp>
    </p:spTree>
    <p:extLst>
      <p:ext uri="{BB962C8B-B14F-4D97-AF65-F5344CB8AC3E}">
        <p14:creationId xmlns:p14="http://schemas.microsoft.com/office/powerpoint/2010/main" val="37014078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F96BE850-DA0D-D7E9-92D1-7B7979869BA3}"/>
              </a:ext>
            </a:extLst>
          </p:cNvPr>
          <p:cNvSpPr>
            <a:spLocks noGrp="1"/>
          </p:cNvSpPr>
          <p:nvPr>
            <p:ph type="title"/>
          </p:nvPr>
        </p:nvSpPr>
        <p:spPr/>
        <p:txBody>
          <a:bodyPr/>
          <a:lstStyle/>
          <a:p>
            <a:r>
              <a:rPr lang="ar-SA"/>
              <a:t>انقر لتحرير نمط عنوان الشكل الرئيسي</a:t>
            </a:r>
            <a:endParaRPr lang="en-US"/>
          </a:p>
        </p:txBody>
      </p:sp>
      <p:sp>
        <p:nvSpPr>
          <p:cNvPr id="3" name="عنصر نائب للمحتوى 2">
            <a:extLst>
              <a:ext uri="{FF2B5EF4-FFF2-40B4-BE49-F238E27FC236}">
                <a16:creationId xmlns:a16="http://schemas.microsoft.com/office/drawing/2014/main" id="{31223ED4-C8CF-656C-C225-CDCEEDB3F029}"/>
              </a:ext>
            </a:extLst>
          </p:cNvPr>
          <p:cNvSpPr>
            <a:spLocks noGrp="1"/>
          </p:cNvSpPr>
          <p:nvPr>
            <p:ph sz="half" idx="1"/>
          </p:nvPr>
        </p:nvSpPr>
        <p:spPr>
          <a:xfrm>
            <a:off x="838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محتوى 3">
            <a:extLst>
              <a:ext uri="{FF2B5EF4-FFF2-40B4-BE49-F238E27FC236}">
                <a16:creationId xmlns:a16="http://schemas.microsoft.com/office/drawing/2014/main" id="{FD9CE3F4-524C-0004-4FEC-62C1474B35EA}"/>
              </a:ext>
            </a:extLst>
          </p:cNvPr>
          <p:cNvSpPr>
            <a:spLocks noGrp="1"/>
          </p:cNvSpPr>
          <p:nvPr>
            <p:ph sz="half" idx="2"/>
          </p:nvPr>
        </p:nvSpPr>
        <p:spPr>
          <a:xfrm>
            <a:off x="6172200" y="1825625"/>
            <a:ext cx="5181600" cy="435133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5" name="عنصر نائب للتاريخ 4">
            <a:extLst>
              <a:ext uri="{FF2B5EF4-FFF2-40B4-BE49-F238E27FC236}">
                <a16:creationId xmlns:a16="http://schemas.microsoft.com/office/drawing/2014/main" id="{4010F39D-3074-5CD1-5518-21D8458FD03E}"/>
              </a:ext>
            </a:extLst>
          </p:cNvPr>
          <p:cNvSpPr>
            <a:spLocks noGrp="1"/>
          </p:cNvSpPr>
          <p:nvPr>
            <p:ph type="dt" sz="half" idx="10"/>
          </p:nvPr>
        </p:nvSpPr>
        <p:spPr/>
        <p:txBody>
          <a:bodyPr/>
          <a:lstStyle/>
          <a:p>
            <a:fld id="{36CA9A3F-A641-483D-AF38-EF2EE904D83D}" type="datetimeFigureOut">
              <a:rPr lang="en-US" smtClean="0"/>
              <a:t>12/22/2025</a:t>
            </a:fld>
            <a:endParaRPr lang="en-US"/>
          </a:p>
        </p:txBody>
      </p:sp>
      <p:sp>
        <p:nvSpPr>
          <p:cNvPr id="6" name="عنصر نائب للتذييل 5">
            <a:extLst>
              <a:ext uri="{FF2B5EF4-FFF2-40B4-BE49-F238E27FC236}">
                <a16:creationId xmlns:a16="http://schemas.microsoft.com/office/drawing/2014/main" id="{B86614EE-5915-2C56-FD91-1271A0B37FAA}"/>
              </a:ext>
            </a:extLst>
          </p:cNvPr>
          <p:cNvSpPr>
            <a:spLocks noGrp="1"/>
          </p:cNvSpPr>
          <p:nvPr>
            <p:ph type="ftr" sz="quarter" idx="11"/>
          </p:nvPr>
        </p:nvSpPr>
        <p:spPr/>
        <p:txBody>
          <a:bodyPr/>
          <a:lstStyle/>
          <a:p>
            <a:endParaRPr lang="en-US"/>
          </a:p>
        </p:txBody>
      </p:sp>
      <p:sp>
        <p:nvSpPr>
          <p:cNvPr id="7" name="عنصر نائب لرقم الشريحة 6">
            <a:extLst>
              <a:ext uri="{FF2B5EF4-FFF2-40B4-BE49-F238E27FC236}">
                <a16:creationId xmlns:a16="http://schemas.microsoft.com/office/drawing/2014/main" id="{5CC92851-8D3A-570D-726D-48FACA1B2F4B}"/>
              </a:ext>
            </a:extLst>
          </p:cNvPr>
          <p:cNvSpPr>
            <a:spLocks noGrp="1"/>
          </p:cNvSpPr>
          <p:nvPr>
            <p:ph type="sldNum" sz="quarter" idx="12"/>
          </p:nvPr>
        </p:nvSpPr>
        <p:spPr/>
        <p:txBody>
          <a:bodyPr/>
          <a:lstStyle/>
          <a:p>
            <a:fld id="{B315B09C-ABAF-4E42-BC31-C72E57883836}" type="slidenum">
              <a:rPr lang="en-US" smtClean="0"/>
              <a:t>‹#›</a:t>
            </a:fld>
            <a:endParaRPr lang="en-US"/>
          </a:p>
        </p:txBody>
      </p:sp>
    </p:spTree>
    <p:extLst>
      <p:ext uri="{BB962C8B-B14F-4D97-AF65-F5344CB8AC3E}">
        <p14:creationId xmlns:p14="http://schemas.microsoft.com/office/powerpoint/2010/main" val="36335825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00E6D63-23C2-AA18-B5C5-7CFC921F7CB8}"/>
              </a:ext>
            </a:extLst>
          </p:cNvPr>
          <p:cNvSpPr>
            <a:spLocks noGrp="1"/>
          </p:cNvSpPr>
          <p:nvPr>
            <p:ph type="title"/>
          </p:nvPr>
        </p:nvSpPr>
        <p:spPr>
          <a:xfrm>
            <a:off x="839788" y="365125"/>
            <a:ext cx="10515600" cy="1325563"/>
          </a:xfrm>
        </p:spPr>
        <p:txBody>
          <a:bodyPr/>
          <a:lstStyle/>
          <a:p>
            <a:r>
              <a:rPr lang="ar-SA"/>
              <a:t>انقر لتحرير نمط عنوان الشكل الرئيسي</a:t>
            </a:r>
            <a:endParaRPr lang="en-US"/>
          </a:p>
        </p:txBody>
      </p:sp>
      <p:sp>
        <p:nvSpPr>
          <p:cNvPr id="3" name="عنصر نائب للنص 2">
            <a:extLst>
              <a:ext uri="{FF2B5EF4-FFF2-40B4-BE49-F238E27FC236}">
                <a16:creationId xmlns:a16="http://schemas.microsoft.com/office/drawing/2014/main" id="{44862E6E-49AE-BEB5-8DAA-50305A87A67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عنصر نائب للمحتوى 3">
            <a:extLst>
              <a:ext uri="{FF2B5EF4-FFF2-40B4-BE49-F238E27FC236}">
                <a16:creationId xmlns:a16="http://schemas.microsoft.com/office/drawing/2014/main" id="{020CFC48-55CE-DB6A-52E0-C4E4736DC9C3}"/>
              </a:ext>
            </a:extLst>
          </p:cNvPr>
          <p:cNvSpPr>
            <a:spLocks noGrp="1"/>
          </p:cNvSpPr>
          <p:nvPr>
            <p:ph sz="half" idx="2"/>
          </p:nvPr>
        </p:nvSpPr>
        <p:spPr>
          <a:xfrm>
            <a:off x="839788" y="2505075"/>
            <a:ext cx="5157787"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5" name="عنصر نائب للنص 4">
            <a:extLst>
              <a:ext uri="{FF2B5EF4-FFF2-40B4-BE49-F238E27FC236}">
                <a16:creationId xmlns:a16="http://schemas.microsoft.com/office/drawing/2014/main" id="{589CD1F2-446D-4A38-FBC6-B608F7E74FD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عنصر نائب للمحتوى 5">
            <a:extLst>
              <a:ext uri="{FF2B5EF4-FFF2-40B4-BE49-F238E27FC236}">
                <a16:creationId xmlns:a16="http://schemas.microsoft.com/office/drawing/2014/main" id="{9533463C-6846-5A1D-9A18-A6E26837A363}"/>
              </a:ext>
            </a:extLst>
          </p:cNvPr>
          <p:cNvSpPr>
            <a:spLocks noGrp="1"/>
          </p:cNvSpPr>
          <p:nvPr>
            <p:ph sz="quarter" idx="4"/>
          </p:nvPr>
        </p:nvSpPr>
        <p:spPr>
          <a:xfrm>
            <a:off x="6172200" y="2505075"/>
            <a:ext cx="5183188" cy="3684588"/>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7" name="عنصر نائب للتاريخ 6">
            <a:extLst>
              <a:ext uri="{FF2B5EF4-FFF2-40B4-BE49-F238E27FC236}">
                <a16:creationId xmlns:a16="http://schemas.microsoft.com/office/drawing/2014/main" id="{005477B3-67CA-BA60-1E2F-0491964E701B}"/>
              </a:ext>
            </a:extLst>
          </p:cNvPr>
          <p:cNvSpPr>
            <a:spLocks noGrp="1"/>
          </p:cNvSpPr>
          <p:nvPr>
            <p:ph type="dt" sz="half" idx="10"/>
          </p:nvPr>
        </p:nvSpPr>
        <p:spPr/>
        <p:txBody>
          <a:bodyPr/>
          <a:lstStyle/>
          <a:p>
            <a:fld id="{36CA9A3F-A641-483D-AF38-EF2EE904D83D}" type="datetimeFigureOut">
              <a:rPr lang="en-US" smtClean="0"/>
              <a:t>12/22/2025</a:t>
            </a:fld>
            <a:endParaRPr lang="en-US"/>
          </a:p>
        </p:txBody>
      </p:sp>
      <p:sp>
        <p:nvSpPr>
          <p:cNvPr id="8" name="عنصر نائب للتذييل 7">
            <a:extLst>
              <a:ext uri="{FF2B5EF4-FFF2-40B4-BE49-F238E27FC236}">
                <a16:creationId xmlns:a16="http://schemas.microsoft.com/office/drawing/2014/main" id="{2F17545A-B2D7-37F2-5155-41902EC0E885}"/>
              </a:ext>
            </a:extLst>
          </p:cNvPr>
          <p:cNvSpPr>
            <a:spLocks noGrp="1"/>
          </p:cNvSpPr>
          <p:nvPr>
            <p:ph type="ftr" sz="quarter" idx="11"/>
          </p:nvPr>
        </p:nvSpPr>
        <p:spPr/>
        <p:txBody>
          <a:bodyPr/>
          <a:lstStyle/>
          <a:p>
            <a:endParaRPr lang="en-US"/>
          </a:p>
        </p:txBody>
      </p:sp>
      <p:sp>
        <p:nvSpPr>
          <p:cNvPr id="9" name="عنصر نائب لرقم الشريحة 8">
            <a:extLst>
              <a:ext uri="{FF2B5EF4-FFF2-40B4-BE49-F238E27FC236}">
                <a16:creationId xmlns:a16="http://schemas.microsoft.com/office/drawing/2014/main" id="{1CF8413C-C137-269B-E752-E80D05E2AE61}"/>
              </a:ext>
            </a:extLst>
          </p:cNvPr>
          <p:cNvSpPr>
            <a:spLocks noGrp="1"/>
          </p:cNvSpPr>
          <p:nvPr>
            <p:ph type="sldNum" sz="quarter" idx="12"/>
          </p:nvPr>
        </p:nvSpPr>
        <p:spPr/>
        <p:txBody>
          <a:bodyPr/>
          <a:lstStyle/>
          <a:p>
            <a:fld id="{B315B09C-ABAF-4E42-BC31-C72E57883836}" type="slidenum">
              <a:rPr lang="en-US" smtClean="0"/>
              <a:t>‹#›</a:t>
            </a:fld>
            <a:endParaRPr lang="en-US"/>
          </a:p>
        </p:txBody>
      </p:sp>
    </p:spTree>
    <p:extLst>
      <p:ext uri="{BB962C8B-B14F-4D97-AF65-F5344CB8AC3E}">
        <p14:creationId xmlns:p14="http://schemas.microsoft.com/office/powerpoint/2010/main" val="2949590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0F57BE86-F1C5-DF8E-79CD-0D1BF8C23248}"/>
              </a:ext>
            </a:extLst>
          </p:cNvPr>
          <p:cNvSpPr>
            <a:spLocks noGrp="1"/>
          </p:cNvSpPr>
          <p:nvPr>
            <p:ph type="title"/>
          </p:nvPr>
        </p:nvSpPr>
        <p:spPr/>
        <p:txBody>
          <a:bodyPr/>
          <a:lstStyle/>
          <a:p>
            <a:r>
              <a:rPr lang="ar-SA"/>
              <a:t>انقر لتحرير نمط عنوان الشكل الرئيسي</a:t>
            </a:r>
            <a:endParaRPr lang="en-US"/>
          </a:p>
        </p:txBody>
      </p:sp>
      <p:sp>
        <p:nvSpPr>
          <p:cNvPr id="3" name="عنصر نائب للتاريخ 2">
            <a:extLst>
              <a:ext uri="{FF2B5EF4-FFF2-40B4-BE49-F238E27FC236}">
                <a16:creationId xmlns:a16="http://schemas.microsoft.com/office/drawing/2014/main" id="{73EC1D25-3D6B-DF18-ED0A-69C1A0F1C6C4}"/>
              </a:ext>
            </a:extLst>
          </p:cNvPr>
          <p:cNvSpPr>
            <a:spLocks noGrp="1"/>
          </p:cNvSpPr>
          <p:nvPr>
            <p:ph type="dt" sz="half" idx="10"/>
          </p:nvPr>
        </p:nvSpPr>
        <p:spPr/>
        <p:txBody>
          <a:bodyPr/>
          <a:lstStyle/>
          <a:p>
            <a:fld id="{36CA9A3F-A641-483D-AF38-EF2EE904D83D}" type="datetimeFigureOut">
              <a:rPr lang="en-US" smtClean="0"/>
              <a:t>12/22/2025</a:t>
            </a:fld>
            <a:endParaRPr lang="en-US"/>
          </a:p>
        </p:txBody>
      </p:sp>
      <p:sp>
        <p:nvSpPr>
          <p:cNvPr id="4" name="عنصر نائب للتذييل 3">
            <a:extLst>
              <a:ext uri="{FF2B5EF4-FFF2-40B4-BE49-F238E27FC236}">
                <a16:creationId xmlns:a16="http://schemas.microsoft.com/office/drawing/2014/main" id="{B52F9AE2-6F10-CC14-BE20-44671E693B5D}"/>
              </a:ext>
            </a:extLst>
          </p:cNvPr>
          <p:cNvSpPr>
            <a:spLocks noGrp="1"/>
          </p:cNvSpPr>
          <p:nvPr>
            <p:ph type="ftr" sz="quarter" idx="11"/>
          </p:nvPr>
        </p:nvSpPr>
        <p:spPr/>
        <p:txBody>
          <a:bodyPr/>
          <a:lstStyle/>
          <a:p>
            <a:endParaRPr lang="en-US"/>
          </a:p>
        </p:txBody>
      </p:sp>
      <p:sp>
        <p:nvSpPr>
          <p:cNvPr id="5" name="عنصر نائب لرقم الشريحة 4">
            <a:extLst>
              <a:ext uri="{FF2B5EF4-FFF2-40B4-BE49-F238E27FC236}">
                <a16:creationId xmlns:a16="http://schemas.microsoft.com/office/drawing/2014/main" id="{286FF1E3-5A20-79E6-9509-5BDA7673AED3}"/>
              </a:ext>
            </a:extLst>
          </p:cNvPr>
          <p:cNvSpPr>
            <a:spLocks noGrp="1"/>
          </p:cNvSpPr>
          <p:nvPr>
            <p:ph type="sldNum" sz="quarter" idx="12"/>
          </p:nvPr>
        </p:nvSpPr>
        <p:spPr/>
        <p:txBody>
          <a:bodyPr/>
          <a:lstStyle/>
          <a:p>
            <a:fld id="{B315B09C-ABAF-4E42-BC31-C72E57883836}" type="slidenum">
              <a:rPr lang="en-US" smtClean="0"/>
              <a:t>‹#›</a:t>
            </a:fld>
            <a:endParaRPr lang="en-US"/>
          </a:p>
        </p:txBody>
      </p:sp>
    </p:spTree>
    <p:extLst>
      <p:ext uri="{BB962C8B-B14F-4D97-AF65-F5344CB8AC3E}">
        <p14:creationId xmlns:p14="http://schemas.microsoft.com/office/powerpoint/2010/main" val="2847330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عنصر نائب للتاريخ 1">
            <a:extLst>
              <a:ext uri="{FF2B5EF4-FFF2-40B4-BE49-F238E27FC236}">
                <a16:creationId xmlns:a16="http://schemas.microsoft.com/office/drawing/2014/main" id="{FE58F44A-44EF-6E13-F8FB-CE5F0252FD3E}"/>
              </a:ext>
            </a:extLst>
          </p:cNvPr>
          <p:cNvSpPr>
            <a:spLocks noGrp="1"/>
          </p:cNvSpPr>
          <p:nvPr>
            <p:ph type="dt" sz="half" idx="10"/>
          </p:nvPr>
        </p:nvSpPr>
        <p:spPr/>
        <p:txBody>
          <a:bodyPr/>
          <a:lstStyle/>
          <a:p>
            <a:fld id="{36CA9A3F-A641-483D-AF38-EF2EE904D83D}" type="datetimeFigureOut">
              <a:rPr lang="en-US" smtClean="0"/>
              <a:t>12/22/2025</a:t>
            </a:fld>
            <a:endParaRPr lang="en-US"/>
          </a:p>
        </p:txBody>
      </p:sp>
      <p:sp>
        <p:nvSpPr>
          <p:cNvPr id="3" name="عنصر نائب للتذييل 2">
            <a:extLst>
              <a:ext uri="{FF2B5EF4-FFF2-40B4-BE49-F238E27FC236}">
                <a16:creationId xmlns:a16="http://schemas.microsoft.com/office/drawing/2014/main" id="{A48B4897-6195-890C-21A9-AFC152AE22EA}"/>
              </a:ext>
            </a:extLst>
          </p:cNvPr>
          <p:cNvSpPr>
            <a:spLocks noGrp="1"/>
          </p:cNvSpPr>
          <p:nvPr>
            <p:ph type="ftr" sz="quarter" idx="11"/>
          </p:nvPr>
        </p:nvSpPr>
        <p:spPr/>
        <p:txBody>
          <a:bodyPr/>
          <a:lstStyle/>
          <a:p>
            <a:endParaRPr lang="en-US"/>
          </a:p>
        </p:txBody>
      </p:sp>
      <p:sp>
        <p:nvSpPr>
          <p:cNvPr id="4" name="عنصر نائب لرقم الشريحة 3">
            <a:extLst>
              <a:ext uri="{FF2B5EF4-FFF2-40B4-BE49-F238E27FC236}">
                <a16:creationId xmlns:a16="http://schemas.microsoft.com/office/drawing/2014/main" id="{05037C5B-37D4-F703-8FCA-9B7B4CD40449}"/>
              </a:ext>
            </a:extLst>
          </p:cNvPr>
          <p:cNvSpPr>
            <a:spLocks noGrp="1"/>
          </p:cNvSpPr>
          <p:nvPr>
            <p:ph type="sldNum" sz="quarter" idx="12"/>
          </p:nvPr>
        </p:nvSpPr>
        <p:spPr/>
        <p:txBody>
          <a:bodyPr/>
          <a:lstStyle/>
          <a:p>
            <a:fld id="{B315B09C-ABAF-4E42-BC31-C72E57883836}" type="slidenum">
              <a:rPr lang="en-US" smtClean="0"/>
              <a:t>‹#›</a:t>
            </a:fld>
            <a:endParaRPr lang="en-US"/>
          </a:p>
        </p:txBody>
      </p:sp>
    </p:spTree>
    <p:extLst>
      <p:ext uri="{BB962C8B-B14F-4D97-AF65-F5344CB8AC3E}">
        <p14:creationId xmlns:p14="http://schemas.microsoft.com/office/powerpoint/2010/main" val="40837367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633C5A65-146A-564A-E202-645B2C172D59}"/>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en-US"/>
          </a:p>
        </p:txBody>
      </p:sp>
      <p:sp>
        <p:nvSpPr>
          <p:cNvPr id="3" name="عنصر نائب للمحتوى 2">
            <a:extLst>
              <a:ext uri="{FF2B5EF4-FFF2-40B4-BE49-F238E27FC236}">
                <a16:creationId xmlns:a16="http://schemas.microsoft.com/office/drawing/2014/main" id="{FB4577F6-1B14-BD09-4A20-B9923FD7842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نص 3">
            <a:extLst>
              <a:ext uri="{FF2B5EF4-FFF2-40B4-BE49-F238E27FC236}">
                <a16:creationId xmlns:a16="http://schemas.microsoft.com/office/drawing/2014/main" id="{191A913F-76B2-D2FF-88C7-18A5C8A9E0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ABEFD96E-15EC-F29D-4860-0BB32AAC50A4}"/>
              </a:ext>
            </a:extLst>
          </p:cNvPr>
          <p:cNvSpPr>
            <a:spLocks noGrp="1"/>
          </p:cNvSpPr>
          <p:nvPr>
            <p:ph type="dt" sz="half" idx="10"/>
          </p:nvPr>
        </p:nvSpPr>
        <p:spPr/>
        <p:txBody>
          <a:bodyPr/>
          <a:lstStyle/>
          <a:p>
            <a:fld id="{36CA9A3F-A641-483D-AF38-EF2EE904D83D}" type="datetimeFigureOut">
              <a:rPr lang="en-US" smtClean="0"/>
              <a:t>12/22/2025</a:t>
            </a:fld>
            <a:endParaRPr lang="en-US"/>
          </a:p>
        </p:txBody>
      </p:sp>
      <p:sp>
        <p:nvSpPr>
          <p:cNvPr id="6" name="عنصر نائب للتذييل 5">
            <a:extLst>
              <a:ext uri="{FF2B5EF4-FFF2-40B4-BE49-F238E27FC236}">
                <a16:creationId xmlns:a16="http://schemas.microsoft.com/office/drawing/2014/main" id="{91D08AC6-7332-506F-394A-0643A543ACBA}"/>
              </a:ext>
            </a:extLst>
          </p:cNvPr>
          <p:cNvSpPr>
            <a:spLocks noGrp="1"/>
          </p:cNvSpPr>
          <p:nvPr>
            <p:ph type="ftr" sz="quarter" idx="11"/>
          </p:nvPr>
        </p:nvSpPr>
        <p:spPr/>
        <p:txBody>
          <a:bodyPr/>
          <a:lstStyle/>
          <a:p>
            <a:endParaRPr lang="en-US"/>
          </a:p>
        </p:txBody>
      </p:sp>
      <p:sp>
        <p:nvSpPr>
          <p:cNvPr id="7" name="عنصر نائب لرقم الشريحة 6">
            <a:extLst>
              <a:ext uri="{FF2B5EF4-FFF2-40B4-BE49-F238E27FC236}">
                <a16:creationId xmlns:a16="http://schemas.microsoft.com/office/drawing/2014/main" id="{492932CD-5E2F-88F3-E622-D2952616D3FA}"/>
              </a:ext>
            </a:extLst>
          </p:cNvPr>
          <p:cNvSpPr>
            <a:spLocks noGrp="1"/>
          </p:cNvSpPr>
          <p:nvPr>
            <p:ph type="sldNum" sz="quarter" idx="12"/>
          </p:nvPr>
        </p:nvSpPr>
        <p:spPr/>
        <p:txBody>
          <a:bodyPr/>
          <a:lstStyle/>
          <a:p>
            <a:fld id="{B315B09C-ABAF-4E42-BC31-C72E57883836}" type="slidenum">
              <a:rPr lang="en-US" smtClean="0"/>
              <a:t>‹#›</a:t>
            </a:fld>
            <a:endParaRPr lang="en-US"/>
          </a:p>
        </p:txBody>
      </p:sp>
    </p:spTree>
    <p:extLst>
      <p:ext uri="{BB962C8B-B14F-4D97-AF65-F5344CB8AC3E}">
        <p14:creationId xmlns:p14="http://schemas.microsoft.com/office/powerpoint/2010/main" val="2377007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C2C9895C-C33D-72E1-83EA-C7F44916EE26}"/>
              </a:ext>
            </a:extLst>
          </p:cNvPr>
          <p:cNvSpPr>
            <a:spLocks noGrp="1"/>
          </p:cNvSpPr>
          <p:nvPr>
            <p:ph type="title"/>
          </p:nvPr>
        </p:nvSpPr>
        <p:spPr>
          <a:xfrm>
            <a:off x="839788" y="457200"/>
            <a:ext cx="3932237" cy="1600200"/>
          </a:xfrm>
        </p:spPr>
        <p:txBody>
          <a:bodyPr anchor="b"/>
          <a:lstStyle>
            <a:lvl1pPr>
              <a:defRPr sz="3200"/>
            </a:lvl1pPr>
          </a:lstStyle>
          <a:p>
            <a:r>
              <a:rPr lang="ar-SA"/>
              <a:t>انقر لتحرير نمط عنوان الشكل الرئيسي</a:t>
            </a:r>
            <a:endParaRPr lang="en-US"/>
          </a:p>
        </p:txBody>
      </p:sp>
      <p:sp>
        <p:nvSpPr>
          <p:cNvPr id="3" name="عنصر نائب للصورة 2">
            <a:extLst>
              <a:ext uri="{FF2B5EF4-FFF2-40B4-BE49-F238E27FC236}">
                <a16:creationId xmlns:a16="http://schemas.microsoft.com/office/drawing/2014/main" id="{72161C1C-68FB-87FF-7541-0553CD1B91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عنصر نائب للنص 3">
            <a:extLst>
              <a:ext uri="{FF2B5EF4-FFF2-40B4-BE49-F238E27FC236}">
                <a16:creationId xmlns:a16="http://schemas.microsoft.com/office/drawing/2014/main" id="{B39F6210-E17D-A67F-C77B-37163DC2753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ar-SA"/>
              <a:t>انقر لتحرير أنماط نص الشكل الرئيسي</a:t>
            </a:r>
          </a:p>
        </p:txBody>
      </p:sp>
      <p:sp>
        <p:nvSpPr>
          <p:cNvPr id="5" name="عنصر نائب للتاريخ 4">
            <a:extLst>
              <a:ext uri="{FF2B5EF4-FFF2-40B4-BE49-F238E27FC236}">
                <a16:creationId xmlns:a16="http://schemas.microsoft.com/office/drawing/2014/main" id="{9FF5EC7B-B38E-0F3B-02CF-40D408D4A295}"/>
              </a:ext>
            </a:extLst>
          </p:cNvPr>
          <p:cNvSpPr>
            <a:spLocks noGrp="1"/>
          </p:cNvSpPr>
          <p:nvPr>
            <p:ph type="dt" sz="half" idx="10"/>
          </p:nvPr>
        </p:nvSpPr>
        <p:spPr/>
        <p:txBody>
          <a:bodyPr/>
          <a:lstStyle/>
          <a:p>
            <a:fld id="{36CA9A3F-A641-483D-AF38-EF2EE904D83D}" type="datetimeFigureOut">
              <a:rPr lang="en-US" smtClean="0"/>
              <a:t>12/22/2025</a:t>
            </a:fld>
            <a:endParaRPr lang="en-US"/>
          </a:p>
        </p:txBody>
      </p:sp>
      <p:sp>
        <p:nvSpPr>
          <p:cNvPr id="6" name="عنصر نائب للتذييل 5">
            <a:extLst>
              <a:ext uri="{FF2B5EF4-FFF2-40B4-BE49-F238E27FC236}">
                <a16:creationId xmlns:a16="http://schemas.microsoft.com/office/drawing/2014/main" id="{F4064CB3-2342-5A04-C6DC-396180B37BE1}"/>
              </a:ext>
            </a:extLst>
          </p:cNvPr>
          <p:cNvSpPr>
            <a:spLocks noGrp="1"/>
          </p:cNvSpPr>
          <p:nvPr>
            <p:ph type="ftr" sz="quarter" idx="11"/>
          </p:nvPr>
        </p:nvSpPr>
        <p:spPr/>
        <p:txBody>
          <a:bodyPr/>
          <a:lstStyle/>
          <a:p>
            <a:endParaRPr lang="en-US"/>
          </a:p>
        </p:txBody>
      </p:sp>
      <p:sp>
        <p:nvSpPr>
          <p:cNvPr id="7" name="عنصر نائب لرقم الشريحة 6">
            <a:extLst>
              <a:ext uri="{FF2B5EF4-FFF2-40B4-BE49-F238E27FC236}">
                <a16:creationId xmlns:a16="http://schemas.microsoft.com/office/drawing/2014/main" id="{A726C075-DE27-4F92-83BA-BCDFD79FCD68}"/>
              </a:ext>
            </a:extLst>
          </p:cNvPr>
          <p:cNvSpPr>
            <a:spLocks noGrp="1"/>
          </p:cNvSpPr>
          <p:nvPr>
            <p:ph type="sldNum" sz="quarter" idx="12"/>
          </p:nvPr>
        </p:nvSpPr>
        <p:spPr/>
        <p:txBody>
          <a:bodyPr/>
          <a:lstStyle/>
          <a:p>
            <a:fld id="{B315B09C-ABAF-4E42-BC31-C72E57883836}" type="slidenum">
              <a:rPr lang="en-US" smtClean="0"/>
              <a:t>‹#›</a:t>
            </a:fld>
            <a:endParaRPr lang="en-US"/>
          </a:p>
        </p:txBody>
      </p:sp>
    </p:spTree>
    <p:extLst>
      <p:ext uri="{BB962C8B-B14F-4D97-AF65-F5344CB8AC3E}">
        <p14:creationId xmlns:p14="http://schemas.microsoft.com/office/powerpoint/2010/main" val="20136868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D8D89C9B-B8F5-D694-3A1E-20A9ECC7A465}"/>
              </a:ext>
            </a:extLst>
          </p:cNvPr>
          <p:cNvSpPr>
            <a:spLocks noGrp="1"/>
          </p:cNvSpPr>
          <p:nvPr>
            <p:ph type="title"/>
          </p:nvPr>
        </p:nvSpPr>
        <p:spPr/>
        <p:txBody>
          <a:bodyPr/>
          <a:lstStyle/>
          <a:p>
            <a:r>
              <a:rPr lang="ar-SA"/>
              <a:t>انقر لتحرير نمط عنوان الشكل الرئيسي</a:t>
            </a:r>
            <a:endParaRPr lang="en-US"/>
          </a:p>
        </p:txBody>
      </p:sp>
      <p:sp>
        <p:nvSpPr>
          <p:cNvPr id="3" name="عنصر نائب للعنوان العمودي 2">
            <a:extLst>
              <a:ext uri="{FF2B5EF4-FFF2-40B4-BE49-F238E27FC236}">
                <a16:creationId xmlns:a16="http://schemas.microsoft.com/office/drawing/2014/main" id="{DDBB99BF-0599-5443-5158-E678EB035909}"/>
              </a:ext>
            </a:extLst>
          </p:cNvPr>
          <p:cNvSpPr>
            <a:spLocks noGrp="1"/>
          </p:cNvSpPr>
          <p:nvPr>
            <p:ph type="body" orient="vert" idx="1"/>
          </p:nvPr>
        </p:nvSpPr>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a:extLst>
              <a:ext uri="{FF2B5EF4-FFF2-40B4-BE49-F238E27FC236}">
                <a16:creationId xmlns:a16="http://schemas.microsoft.com/office/drawing/2014/main" id="{AB4EF9F7-79E7-E7A2-2890-825B81594361}"/>
              </a:ext>
            </a:extLst>
          </p:cNvPr>
          <p:cNvSpPr>
            <a:spLocks noGrp="1"/>
          </p:cNvSpPr>
          <p:nvPr>
            <p:ph type="dt" sz="half" idx="10"/>
          </p:nvPr>
        </p:nvSpPr>
        <p:spPr/>
        <p:txBody>
          <a:bodyPr/>
          <a:lstStyle/>
          <a:p>
            <a:fld id="{36CA9A3F-A641-483D-AF38-EF2EE904D83D}" type="datetimeFigureOut">
              <a:rPr lang="en-US" smtClean="0"/>
              <a:t>12/22/2025</a:t>
            </a:fld>
            <a:endParaRPr lang="en-US"/>
          </a:p>
        </p:txBody>
      </p:sp>
      <p:sp>
        <p:nvSpPr>
          <p:cNvPr id="5" name="عنصر نائب للتذييل 4">
            <a:extLst>
              <a:ext uri="{FF2B5EF4-FFF2-40B4-BE49-F238E27FC236}">
                <a16:creationId xmlns:a16="http://schemas.microsoft.com/office/drawing/2014/main" id="{04414CED-2D89-BCE3-27BE-27C65EF387F1}"/>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829460CE-4762-CE34-3FF1-939A77282F73}"/>
              </a:ext>
            </a:extLst>
          </p:cNvPr>
          <p:cNvSpPr>
            <a:spLocks noGrp="1"/>
          </p:cNvSpPr>
          <p:nvPr>
            <p:ph type="sldNum" sz="quarter" idx="12"/>
          </p:nvPr>
        </p:nvSpPr>
        <p:spPr/>
        <p:txBody>
          <a:bodyPr/>
          <a:lstStyle/>
          <a:p>
            <a:fld id="{B315B09C-ABAF-4E42-BC31-C72E57883836}" type="slidenum">
              <a:rPr lang="en-US" smtClean="0"/>
              <a:t>‹#›</a:t>
            </a:fld>
            <a:endParaRPr lang="en-US"/>
          </a:p>
        </p:txBody>
      </p:sp>
    </p:spTree>
    <p:extLst>
      <p:ext uri="{BB962C8B-B14F-4D97-AF65-F5344CB8AC3E}">
        <p14:creationId xmlns:p14="http://schemas.microsoft.com/office/powerpoint/2010/main" val="3061804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2" name="عنوان عمودي 1">
            <a:extLst>
              <a:ext uri="{FF2B5EF4-FFF2-40B4-BE49-F238E27FC236}">
                <a16:creationId xmlns:a16="http://schemas.microsoft.com/office/drawing/2014/main" id="{9A6DECF5-ED94-DD60-C928-DDB57C09300E}"/>
              </a:ext>
            </a:extLst>
          </p:cNvPr>
          <p:cNvSpPr>
            <a:spLocks noGrp="1"/>
          </p:cNvSpPr>
          <p:nvPr>
            <p:ph type="title" orient="vert"/>
          </p:nvPr>
        </p:nvSpPr>
        <p:spPr>
          <a:xfrm>
            <a:off x="8724900" y="365125"/>
            <a:ext cx="2628900" cy="5811838"/>
          </a:xfrm>
        </p:spPr>
        <p:txBody>
          <a:bodyPr vert="eaVert"/>
          <a:lstStyle/>
          <a:p>
            <a:r>
              <a:rPr lang="ar-SA"/>
              <a:t>انقر لتحرير نمط عنوان الشكل الرئيسي</a:t>
            </a:r>
            <a:endParaRPr lang="en-US"/>
          </a:p>
        </p:txBody>
      </p:sp>
      <p:sp>
        <p:nvSpPr>
          <p:cNvPr id="3" name="عنصر نائب للعنوان العمودي 2">
            <a:extLst>
              <a:ext uri="{FF2B5EF4-FFF2-40B4-BE49-F238E27FC236}">
                <a16:creationId xmlns:a16="http://schemas.microsoft.com/office/drawing/2014/main" id="{6AEE509B-F500-F528-9E58-12C3F5097414}"/>
              </a:ext>
            </a:extLst>
          </p:cNvPr>
          <p:cNvSpPr>
            <a:spLocks noGrp="1"/>
          </p:cNvSpPr>
          <p:nvPr>
            <p:ph type="body" orient="vert" idx="1"/>
          </p:nvPr>
        </p:nvSpPr>
        <p:spPr>
          <a:xfrm>
            <a:off x="838200" y="365125"/>
            <a:ext cx="7734300" cy="5811838"/>
          </a:xfrm>
        </p:spPr>
        <p:txBody>
          <a:bodyPr vert="eaVe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a:extLst>
              <a:ext uri="{FF2B5EF4-FFF2-40B4-BE49-F238E27FC236}">
                <a16:creationId xmlns:a16="http://schemas.microsoft.com/office/drawing/2014/main" id="{BFF677BD-A93C-5FB8-B2DA-E8CF5A31BE05}"/>
              </a:ext>
            </a:extLst>
          </p:cNvPr>
          <p:cNvSpPr>
            <a:spLocks noGrp="1"/>
          </p:cNvSpPr>
          <p:nvPr>
            <p:ph type="dt" sz="half" idx="10"/>
          </p:nvPr>
        </p:nvSpPr>
        <p:spPr/>
        <p:txBody>
          <a:bodyPr/>
          <a:lstStyle/>
          <a:p>
            <a:fld id="{36CA9A3F-A641-483D-AF38-EF2EE904D83D}" type="datetimeFigureOut">
              <a:rPr lang="en-US" smtClean="0"/>
              <a:t>12/22/2025</a:t>
            </a:fld>
            <a:endParaRPr lang="en-US"/>
          </a:p>
        </p:txBody>
      </p:sp>
      <p:sp>
        <p:nvSpPr>
          <p:cNvPr id="5" name="عنصر نائب للتذييل 4">
            <a:extLst>
              <a:ext uri="{FF2B5EF4-FFF2-40B4-BE49-F238E27FC236}">
                <a16:creationId xmlns:a16="http://schemas.microsoft.com/office/drawing/2014/main" id="{219084F5-0140-B61F-556B-8968C9FB2D89}"/>
              </a:ext>
            </a:extLst>
          </p:cNvPr>
          <p:cNvSpPr>
            <a:spLocks noGrp="1"/>
          </p:cNvSpPr>
          <p:nvPr>
            <p:ph type="ftr" sz="quarter" idx="11"/>
          </p:nvPr>
        </p:nvSpPr>
        <p:spPr/>
        <p:txBody>
          <a:bodyPr/>
          <a:lstStyle/>
          <a:p>
            <a:endParaRPr lang="en-US"/>
          </a:p>
        </p:txBody>
      </p:sp>
      <p:sp>
        <p:nvSpPr>
          <p:cNvPr id="6" name="عنصر نائب لرقم الشريحة 5">
            <a:extLst>
              <a:ext uri="{FF2B5EF4-FFF2-40B4-BE49-F238E27FC236}">
                <a16:creationId xmlns:a16="http://schemas.microsoft.com/office/drawing/2014/main" id="{EDE7E118-EF99-17AA-F327-D8CE2EAB8755}"/>
              </a:ext>
            </a:extLst>
          </p:cNvPr>
          <p:cNvSpPr>
            <a:spLocks noGrp="1"/>
          </p:cNvSpPr>
          <p:nvPr>
            <p:ph type="sldNum" sz="quarter" idx="12"/>
          </p:nvPr>
        </p:nvSpPr>
        <p:spPr/>
        <p:txBody>
          <a:bodyPr/>
          <a:lstStyle/>
          <a:p>
            <a:fld id="{B315B09C-ABAF-4E42-BC31-C72E57883836}" type="slidenum">
              <a:rPr lang="en-US" smtClean="0"/>
              <a:t>‹#›</a:t>
            </a:fld>
            <a:endParaRPr lang="en-US"/>
          </a:p>
        </p:txBody>
      </p:sp>
    </p:spTree>
    <p:extLst>
      <p:ext uri="{BB962C8B-B14F-4D97-AF65-F5344CB8AC3E}">
        <p14:creationId xmlns:p14="http://schemas.microsoft.com/office/powerpoint/2010/main" val="8671052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عنصر نائب للعنوان 1">
            <a:extLst>
              <a:ext uri="{FF2B5EF4-FFF2-40B4-BE49-F238E27FC236}">
                <a16:creationId xmlns:a16="http://schemas.microsoft.com/office/drawing/2014/main" id="{14791CFA-62E3-1F73-CC16-F38E251B95C8}"/>
              </a:ext>
            </a:extLst>
          </p:cNvPr>
          <p:cNvSpPr>
            <a:spLocks noGrp="1"/>
          </p:cNvSpPr>
          <p:nvPr>
            <p:ph type="title"/>
          </p:nvPr>
        </p:nvSpPr>
        <p:spPr>
          <a:xfrm>
            <a:off x="838200" y="365125"/>
            <a:ext cx="10515600" cy="1325563"/>
          </a:xfrm>
          <a:prstGeom prst="rect">
            <a:avLst/>
          </a:prstGeom>
        </p:spPr>
        <p:txBody>
          <a:bodyPr vert="horz" lIns="91440" tIns="45720" rIns="91440" bIns="45720" rtlCol="1" anchor="ctr">
            <a:normAutofit/>
          </a:bodyPr>
          <a:lstStyle/>
          <a:p>
            <a:r>
              <a:rPr lang="ar-SA"/>
              <a:t>انقر لتحرير نمط عنوان الشكل الرئيسي</a:t>
            </a:r>
            <a:endParaRPr lang="en-US"/>
          </a:p>
        </p:txBody>
      </p:sp>
      <p:sp>
        <p:nvSpPr>
          <p:cNvPr id="3" name="عنصر نائب للنص 2">
            <a:extLst>
              <a:ext uri="{FF2B5EF4-FFF2-40B4-BE49-F238E27FC236}">
                <a16:creationId xmlns:a16="http://schemas.microsoft.com/office/drawing/2014/main" id="{6BB6E50B-BBC8-1A3D-BCB7-53DF632C87A0}"/>
              </a:ext>
            </a:extLst>
          </p:cNvPr>
          <p:cNvSpPr>
            <a:spLocks noGrp="1"/>
          </p:cNvSpPr>
          <p:nvPr>
            <p:ph type="body" idx="1"/>
          </p:nvPr>
        </p:nvSpPr>
        <p:spPr>
          <a:xfrm>
            <a:off x="838200" y="1825625"/>
            <a:ext cx="10515600" cy="4351338"/>
          </a:xfrm>
          <a:prstGeom prst="rect">
            <a:avLst/>
          </a:prstGeom>
        </p:spPr>
        <p:txBody>
          <a:bodyPr vert="horz" lIns="91440" tIns="45720" rIns="91440" bIns="45720" rtlCol="1">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a:p>
        </p:txBody>
      </p:sp>
      <p:sp>
        <p:nvSpPr>
          <p:cNvPr id="4" name="عنصر نائب للتاريخ 3">
            <a:extLst>
              <a:ext uri="{FF2B5EF4-FFF2-40B4-BE49-F238E27FC236}">
                <a16:creationId xmlns:a16="http://schemas.microsoft.com/office/drawing/2014/main" id="{B0FE7D1E-55E6-35CF-9B0A-A33E53E8A725}"/>
              </a:ext>
            </a:extLst>
          </p:cNvPr>
          <p:cNvSpPr>
            <a:spLocks noGrp="1"/>
          </p:cNvSpPr>
          <p:nvPr>
            <p:ph type="dt" sz="half" idx="2"/>
          </p:nvPr>
        </p:nvSpPr>
        <p:spPr>
          <a:xfrm>
            <a:off x="8610600" y="6356350"/>
            <a:ext cx="2743200" cy="365125"/>
          </a:xfrm>
          <a:prstGeom prst="rect">
            <a:avLst/>
          </a:prstGeom>
        </p:spPr>
        <p:txBody>
          <a:bodyPr vert="horz" lIns="91440" tIns="45720" rIns="91440" bIns="45720" rtlCol="1" anchor="ctr"/>
          <a:lstStyle>
            <a:lvl1pPr algn="l">
              <a:defRPr sz="1200">
                <a:solidFill>
                  <a:schemeClr val="tx1">
                    <a:tint val="75000"/>
                  </a:schemeClr>
                </a:solidFill>
              </a:defRPr>
            </a:lvl1pPr>
          </a:lstStyle>
          <a:p>
            <a:fld id="{36CA9A3F-A641-483D-AF38-EF2EE904D83D}" type="datetimeFigureOut">
              <a:rPr lang="en-US" smtClean="0"/>
              <a:t>12/22/2025</a:t>
            </a:fld>
            <a:endParaRPr lang="en-US"/>
          </a:p>
        </p:txBody>
      </p:sp>
      <p:sp>
        <p:nvSpPr>
          <p:cNvPr id="5" name="عنصر نائب للتذييل 4">
            <a:extLst>
              <a:ext uri="{FF2B5EF4-FFF2-40B4-BE49-F238E27FC236}">
                <a16:creationId xmlns:a16="http://schemas.microsoft.com/office/drawing/2014/main" id="{2352D3DC-DDA4-A7A5-860F-49E52B23E3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1" anchor="ctr"/>
          <a:lstStyle>
            <a:lvl1pPr algn="ctr">
              <a:defRPr sz="1200">
                <a:solidFill>
                  <a:schemeClr val="tx1">
                    <a:tint val="75000"/>
                  </a:schemeClr>
                </a:solidFill>
              </a:defRPr>
            </a:lvl1pPr>
          </a:lstStyle>
          <a:p>
            <a:endParaRPr lang="en-US"/>
          </a:p>
        </p:txBody>
      </p:sp>
      <p:sp>
        <p:nvSpPr>
          <p:cNvPr id="6" name="عنصر نائب لرقم الشريحة 5">
            <a:extLst>
              <a:ext uri="{FF2B5EF4-FFF2-40B4-BE49-F238E27FC236}">
                <a16:creationId xmlns:a16="http://schemas.microsoft.com/office/drawing/2014/main" id="{1207B5D0-56D7-A0D1-F890-D1102707C34E}"/>
              </a:ext>
            </a:extLst>
          </p:cNvPr>
          <p:cNvSpPr>
            <a:spLocks noGrp="1"/>
          </p:cNvSpPr>
          <p:nvPr>
            <p:ph type="sldNum" sz="quarter" idx="4"/>
          </p:nvPr>
        </p:nvSpPr>
        <p:spPr>
          <a:xfrm>
            <a:off x="838200" y="6356350"/>
            <a:ext cx="2743200" cy="365125"/>
          </a:xfrm>
          <a:prstGeom prst="rect">
            <a:avLst/>
          </a:prstGeom>
        </p:spPr>
        <p:txBody>
          <a:bodyPr vert="horz" lIns="91440" tIns="45720" rIns="91440" bIns="45720" rtlCol="1" anchor="ctr"/>
          <a:lstStyle>
            <a:lvl1pPr algn="r">
              <a:defRPr sz="1200">
                <a:solidFill>
                  <a:schemeClr val="tx1">
                    <a:tint val="75000"/>
                  </a:schemeClr>
                </a:solidFill>
              </a:defRPr>
            </a:lvl1pPr>
          </a:lstStyle>
          <a:p>
            <a:fld id="{B315B09C-ABAF-4E42-BC31-C72E57883836}" type="slidenum">
              <a:rPr lang="en-US" smtClean="0"/>
              <a:t>‹#›</a:t>
            </a:fld>
            <a:endParaRPr lang="en-US"/>
          </a:p>
        </p:txBody>
      </p:sp>
    </p:spTree>
    <p:extLst>
      <p:ext uri="{BB962C8B-B14F-4D97-AF65-F5344CB8AC3E}">
        <p14:creationId xmlns:p14="http://schemas.microsoft.com/office/powerpoint/2010/main" val="5766282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r" defTabSz="914400" rtl="1"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5.jpg"/></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عنوان 1">
            <a:extLst>
              <a:ext uri="{FF2B5EF4-FFF2-40B4-BE49-F238E27FC236}">
                <a16:creationId xmlns:a16="http://schemas.microsoft.com/office/drawing/2014/main" id="{ED70AC9E-84D9-1F74-4C33-7F8176B91081}"/>
              </a:ext>
            </a:extLst>
          </p:cNvPr>
          <p:cNvSpPr>
            <a:spLocks noGrp="1"/>
          </p:cNvSpPr>
          <p:nvPr>
            <p:ph type="ctrTitle"/>
          </p:nvPr>
        </p:nvSpPr>
        <p:spPr/>
        <p:txBody>
          <a:bodyPr/>
          <a:lstStyle/>
          <a:p>
            <a:endParaRPr lang="en-US" dirty="0"/>
          </a:p>
        </p:txBody>
      </p:sp>
      <p:sp>
        <p:nvSpPr>
          <p:cNvPr id="3" name="عنوان فرعي 2">
            <a:extLst>
              <a:ext uri="{FF2B5EF4-FFF2-40B4-BE49-F238E27FC236}">
                <a16:creationId xmlns:a16="http://schemas.microsoft.com/office/drawing/2014/main" id="{E3C6B725-C12F-2B3C-678A-84C975FF1D4B}"/>
              </a:ext>
            </a:extLst>
          </p:cNvPr>
          <p:cNvSpPr>
            <a:spLocks noGrp="1"/>
          </p:cNvSpPr>
          <p:nvPr>
            <p:ph type="subTitle" idx="1"/>
          </p:nvPr>
        </p:nvSpPr>
        <p:spPr/>
        <p:txBody>
          <a:bodyPr/>
          <a:lstStyle/>
          <a:p>
            <a:endParaRPr lang="en-US" dirty="0"/>
          </a:p>
        </p:txBody>
      </p:sp>
      <p:pic>
        <p:nvPicPr>
          <p:cNvPr id="5" name="صورة 4">
            <a:extLst>
              <a:ext uri="{FF2B5EF4-FFF2-40B4-BE49-F238E27FC236}">
                <a16:creationId xmlns:a16="http://schemas.microsoft.com/office/drawing/2014/main" id="{FC9B8120-90AD-2E3E-D7E5-F1B52457467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1" cy="6858000"/>
          </a:xfrm>
          <a:prstGeom prst="rect">
            <a:avLst/>
          </a:prstGeom>
        </p:spPr>
      </p:pic>
      <p:sp>
        <p:nvSpPr>
          <p:cNvPr id="6" name="مربع نص 5">
            <a:extLst>
              <a:ext uri="{FF2B5EF4-FFF2-40B4-BE49-F238E27FC236}">
                <a16:creationId xmlns:a16="http://schemas.microsoft.com/office/drawing/2014/main" id="{74A046D9-6B08-D54C-6E5D-DF1A73F3FAEF}"/>
              </a:ext>
            </a:extLst>
          </p:cNvPr>
          <p:cNvSpPr txBox="1"/>
          <p:nvPr/>
        </p:nvSpPr>
        <p:spPr>
          <a:xfrm>
            <a:off x="4938598" y="1122363"/>
            <a:ext cx="184731" cy="369332"/>
          </a:xfrm>
          <a:prstGeom prst="rect">
            <a:avLst/>
          </a:prstGeom>
          <a:noFill/>
        </p:spPr>
        <p:txBody>
          <a:bodyPr wrap="none" rtlCol="0">
            <a:spAutoFit/>
          </a:bodyPr>
          <a:lstStyle/>
          <a:p>
            <a:endParaRPr lang="en-US" dirty="0"/>
          </a:p>
        </p:txBody>
      </p:sp>
      <p:sp>
        <p:nvSpPr>
          <p:cNvPr id="7" name="مربع نص 6">
            <a:extLst>
              <a:ext uri="{FF2B5EF4-FFF2-40B4-BE49-F238E27FC236}">
                <a16:creationId xmlns:a16="http://schemas.microsoft.com/office/drawing/2014/main" id="{7097F17B-4A6F-5BB7-1C89-6D6E7B2EAACC}"/>
              </a:ext>
            </a:extLst>
          </p:cNvPr>
          <p:cNvSpPr txBox="1"/>
          <p:nvPr/>
        </p:nvSpPr>
        <p:spPr>
          <a:xfrm>
            <a:off x="3260912" y="1153061"/>
            <a:ext cx="5163670" cy="707886"/>
          </a:xfrm>
          <a:prstGeom prst="rect">
            <a:avLst/>
          </a:prstGeom>
          <a:noFill/>
        </p:spPr>
        <p:txBody>
          <a:bodyPr wrap="square" rtlCol="0">
            <a:spAutoFit/>
          </a:bodyPr>
          <a:lstStyle/>
          <a:p>
            <a:r>
              <a:rPr lang="ar-SA" sz="4000" b="1" dirty="0">
                <a:solidFill>
                  <a:srgbClr val="845E6A"/>
                </a:solidFill>
              </a:rPr>
              <a:t>نظام إدارة مركز صحي </a:t>
            </a:r>
            <a:endParaRPr lang="en-US" sz="4000" b="1" dirty="0">
              <a:solidFill>
                <a:srgbClr val="845E6A"/>
              </a:solidFill>
            </a:endParaRPr>
          </a:p>
        </p:txBody>
      </p:sp>
      <p:sp>
        <p:nvSpPr>
          <p:cNvPr id="8" name="مربع نص 7">
            <a:extLst>
              <a:ext uri="{FF2B5EF4-FFF2-40B4-BE49-F238E27FC236}">
                <a16:creationId xmlns:a16="http://schemas.microsoft.com/office/drawing/2014/main" id="{4F068F15-E89A-664F-5EEF-BF896162C092}"/>
              </a:ext>
            </a:extLst>
          </p:cNvPr>
          <p:cNvSpPr txBox="1"/>
          <p:nvPr/>
        </p:nvSpPr>
        <p:spPr>
          <a:xfrm>
            <a:off x="3334871" y="2034339"/>
            <a:ext cx="6387353" cy="584775"/>
          </a:xfrm>
          <a:prstGeom prst="rect">
            <a:avLst/>
          </a:prstGeom>
          <a:noFill/>
        </p:spPr>
        <p:txBody>
          <a:bodyPr wrap="square" rtlCol="0">
            <a:spAutoFit/>
          </a:bodyPr>
          <a:lstStyle/>
          <a:p>
            <a:r>
              <a:rPr lang="en-US" sz="3200" b="1" dirty="0"/>
              <a:t>Health center management system </a:t>
            </a:r>
          </a:p>
        </p:txBody>
      </p:sp>
      <p:sp>
        <p:nvSpPr>
          <p:cNvPr id="9" name="مربع نص 8">
            <a:extLst>
              <a:ext uri="{FF2B5EF4-FFF2-40B4-BE49-F238E27FC236}">
                <a16:creationId xmlns:a16="http://schemas.microsoft.com/office/drawing/2014/main" id="{91280F60-A3D2-2A75-FCB4-193E9D3352F5}"/>
              </a:ext>
            </a:extLst>
          </p:cNvPr>
          <p:cNvSpPr txBox="1"/>
          <p:nvPr/>
        </p:nvSpPr>
        <p:spPr>
          <a:xfrm>
            <a:off x="4583205" y="3209901"/>
            <a:ext cx="3180230" cy="2215991"/>
          </a:xfrm>
          <a:prstGeom prst="rect">
            <a:avLst/>
          </a:prstGeom>
          <a:noFill/>
        </p:spPr>
        <p:txBody>
          <a:bodyPr wrap="square" rtlCol="0">
            <a:spAutoFit/>
          </a:bodyPr>
          <a:lstStyle/>
          <a:p>
            <a:pPr algn="ctr"/>
            <a:r>
              <a:rPr lang="ar-SA" sz="3600" b="1" dirty="0">
                <a:solidFill>
                  <a:schemeClr val="tx1">
                    <a:lumMod val="95000"/>
                    <a:lumOff val="5000"/>
                  </a:schemeClr>
                </a:solidFill>
              </a:rPr>
              <a:t>إعداد الطالبات </a:t>
            </a:r>
            <a:r>
              <a:rPr lang="ar-SY" sz="3600" b="1" dirty="0">
                <a:solidFill>
                  <a:schemeClr val="tx1">
                    <a:lumMod val="95000"/>
                    <a:lumOff val="5000"/>
                  </a:schemeClr>
                </a:solidFill>
              </a:rPr>
              <a:t>:</a:t>
            </a:r>
            <a:endParaRPr lang="ar-SA" sz="3600" b="1" dirty="0">
              <a:solidFill>
                <a:schemeClr val="tx1">
                  <a:lumMod val="95000"/>
                  <a:lumOff val="5000"/>
                </a:schemeClr>
              </a:solidFill>
            </a:endParaRPr>
          </a:p>
          <a:p>
            <a:pPr algn="ctr"/>
            <a:r>
              <a:rPr lang="ar-SA" sz="2400" dirty="0">
                <a:solidFill>
                  <a:srgbClr val="845E6A"/>
                </a:solidFill>
              </a:rPr>
              <a:t>تسنيم فيصل </a:t>
            </a:r>
            <a:r>
              <a:rPr lang="ar-SA" sz="2800" dirty="0">
                <a:solidFill>
                  <a:srgbClr val="845E6A"/>
                </a:solidFill>
              </a:rPr>
              <a:t>القدور </a:t>
            </a:r>
          </a:p>
          <a:p>
            <a:pPr algn="ctr"/>
            <a:r>
              <a:rPr lang="ar-SA" sz="2800" dirty="0">
                <a:solidFill>
                  <a:srgbClr val="845E6A"/>
                </a:solidFill>
              </a:rPr>
              <a:t>رؤى محمد عمر كشور </a:t>
            </a:r>
          </a:p>
          <a:p>
            <a:pPr algn="ctr"/>
            <a:r>
              <a:rPr lang="ar-SA" sz="2800" dirty="0">
                <a:solidFill>
                  <a:srgbClr val="845E6A"/>
                </a:solidFill>
              </a:rPr>
              <a:t>مريم إبراهيم الذياب </a:t>
            </a:r>
          </a:p>
          <a:p>
            <a:pPr algn="ctr"/>
            <a:endParaRPr lang="en-US" dirty="0"/>
          </a:p>
        </p:txBody>
      </p:sp>
      <p:sp>
        <p:nvSpPr>
          <p:cNvPr id="10" name="مربع نص 9">
            <a:extLst>
              <a:ext uri="{FF2B5EF4-FFF2-40B4-BE49-F238E27FC236}">
                <a16:creationId xmlns:a16="http://schemas.microsoft.com/office/drawing/2014/main" id="{DDD55B10-BB0D-4473-F9B4-800218ADCF2A}"/>
              </a:ext>
            </a:extLst>
          </p:cNvPr>
          <p:cNvSpPr txBox="1"/>
          <p:nvPr/>
        </p:nvSpPr>
        <p:spPr>
          <a:xfrm>
            <a:off x="403412" y="4811266"/>
            <a:ext cx="2931459" cy="1077218"/>
          </a:xfrm>
          <a:prstGeom prst="rect">
            <a:avLst/>
          </a:prstGeom>
          <a:noFill/>
        </p:spPr>
        <p:txBody>
          <a:bodyPr wrap="square" rtlCol="0">
            <a:spAutoFit/>
          </a:bodyPr>
          <a:lstStyle/>
          <a:p>
            <a:r>
              <a:rPr lang="ar-SA" sz="3600" b="1" dirty="0"/>
              <a:t>إشراف</a:t>
            </a:r>
            <a:r>
              <a:rPr lang="ar-SY" sz="3600" b="1" dirty="0"/>
              <a:t> :</a:t>
            </a:r>
            <a:r>
              <a:rPr lang="ar-SA" dirty="0"/>
              <a:t> </a:t>
            </a:r>
          </a:p>
          <a:p>
            <a:r>
              <a:rPr lang="ar-SA" sz="2800" dirty="0">
                <a:solidFill>
                  <a:srgbClr val="845E6A"/>
                </a:solidFill>
              </a:rPr>
              <a:t>د.</a:t>
            </a:r>
            <a:r>
              <a:rPr lang="ar-SY" sz="2800" dirty="0">
                <a:solidFill>
                  <a:srgbClr val="845E6A"/>
                </a:solidFill>
              </a:rPr>
              <a:t>م. </a:t>
            </a:r>
            <a:r>
              <a:rPr lang="ar-SA" sz="2800" dirty="0">
                <a:solidFill>
                  <a:srgbClr val="845E6A"/>
                </a:solidFill>
              </a:rPr>
              <a:t>بدر احمد</a:t>
            </a:r>
            <a:endParaRPr lang="en-US" sz="2800" dirty="0">
              <a:solidFill>
                <a:srgbClr val="845E6A"/>
              </a:solidFill>
            </a:endParaRPr>
          </a:p>
        </p:txBody>
      </p:sp>
      <p:pic>
        <p:nvPicPr>
          <p:cNvPr id="11" name="صورة 10">
            <a:extLst>
              <a:ext uri="{FF2B5EF4-FFF2-40B4-BE49-F238E27FC236}">
                <a16:creationId xmlns:a16="http://schemas.microsoft.com/office/drawing/2014/main" id="{1BE4E47A-5B4C-E0C1-502A-7D2BF9D21C1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09412" y="104506"/>
            <a:ext cx="1608151" cy="11146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18024180"/>
      </p:ext>
    </p:extLst>
  </p:cSld>
  <p:clrMapOvr>
    <a:masterClrMapping/>
  </p:clrMapOvr>
  <p:transition spd="slow">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صورة 2">
            <a:extLst>
              <a:ext uri="{FF2B5EF4-FFF2-40B4-BE49-F238E27FC236}">
                <a16:creationId xmlns:a16="http://schemas.microsoft.com/office/drawing/2014/main" id="{D18AC03A-BD20-71AE-8A08-521843AC944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5758"/>
            <a:ext cx="12192000" cy="6857999"/>
          </a:xfrm>
          <a:prstGeom prst="rect">
            <a:avLst/>
          </a:prstGeom>
          <a:gradFill>
            <a:gsLst>
              <a:gs pos="93000">
                <a:srgbClr val="FAE0CE"/>
              </a:gs>
              <a:gs pos="39286">
                <a:srgbClr val="FAE0CE"/>
              </a:gs>
              <a:gs pos="33000">
                <a:srgbClr val="FAE0CE"/>
              </a:gs>
              <a:gs pos="100000">
                <a:srgbClr val="FAE0CE"/>
              </a:gs>
              <a:gs pos="100000">
                <a:srgbClr val="845E6A"/>
              </a:gs>
              <a:gs pos="85000">
                <a:srgbClr val="845E6A"/>
              </a:gs>
            </a:gsLst>
            <a:lin ang="2700000" scaled="1"/>
          </a:gradFill>
        </p:spPr>
      </p:pic>
      <p:sp>
        <p:nvSpPr>
          <p:cNvPr id="5" name="مربع نص 4">
            <a:extLst>
              <a:ext uri="{FF2B5EF4-FFF2-40B4-BE49-F238E27FC236}">
                <a16:creationId xmlns:a16="http://schemas.microsoft.com/office/drawing/2014/main" id="{984A5215-4AFF-F855-4D72-24DFE916D7C2}"/>
              </a:ext>
            </a:extLst>
          </p:cNvPr>
          <p:cNvSpPr txBox="1"/>
          <p:nvPr/>
        </p:nvSpPr>
        <p:spPr>
          <a:xfrm>
            <a:off x="3123552" y="2250384"/>
            <a:ext cx="6871447" cy="3600986"/>
          </a:xfrm>
          <a:prstGeom prst="rect">
            <a:avLst/>
          </a:prstGeom>
          <a:noFill/>
        </p:spPr>
        <p:txBody>
          <a:bodyPr wrap="square" rtlCol="0">
            <a:spAutoFit/>
          </a:bodyPr>
          <a:lstStyle/>
          <a:p>
            <a:pPr marL="285750" indent="-285750">
              <a:buFont typeface="Arial" panose="020B0604020202020204" pitchFamily="34" charset="0"/>
              <a:buChar char="•"/>
            </a:pPr>
            <a:r>
              <a:rPr lang="ar-SA" sz="2400" b="1" dirty="0">
                <a:solidFill>
                  <a:srgbClr val="FAE0CE"/>
                </a:solidFill>
              </a:rPr>
              <a:t>* على الصعيد العلمي: </a:t>
            </a:r>
            <a:r>
              <a:rPr lang="ar-SA" sz="2000" b="1" dirty="0"/>
              <a:t>يشمل المشروع دراسة تحليلية وتصميمية لنظام إدارة مركز صحي، إضافة إلى دراسة عن تقنيات الويب بمختلف مجالاتها</a:t>
            </a:r>
            <a:r>
              <a:rPr lang="ar-SA" sz="2000" b="1" dirty="0">
                <a:solidFill>
                  <a:schemeClr val="accent4">
                    <a:lumMod val="20000"/>
                    <a:lumOff val="80000"/>
                  </a:schemeClr>
                </a:solidFill>
              </a:rPr>
              <a:t> </a:t>
            </a:r>
            <a:r>
              <a:rPr lang="en-US" sz="2000" b="1" dirty="0">
                <a:effectLst>
                  <a:outerShdw blurRad="38100" dist="38100" dir="2700000" algn="tl">
                    <a:srgbClr val="000000">
                      <a:alpha val="43137"/>
                    </a:srgbClr>
                  </a:outerShdw>
                </a:effectLst>
              </a:rPr>
              <a:t>Frontend</a:t>
            </a:r>
            <a:r>
              <a:rPr lang="en-US" sz="2000" dirty="0">
                <a:effectLst>
                  <a:outerShdw blurRad="38100" dist="38100" dir="2700000" algn="tl">
                    <a:srgbClr val="000000">
                      <a:alpha val="43137"/>
                    </a:srgbClr>
                  </a:outerShdw>
                </a:effectLst>
              </a:rPr>
              <a:t>, </a:t>
            </a:r>
            <a:r>
              <a:rPr lang="en-US" sz="2000" b="1" dirty="0">
                <a:effectLst>
                  <a:outerShdw blurRad="38100" dist="38100" dir="2700000" algn="tl">
                    <a:srgbClr val="000000">
                      <a:alpha val="43137"/>
                    </a:srgbClr>
                  </a:outerShdw>
                </a:effectLst>
              </a:rPr>
              <a:t>Backend, Databases).</a:t>
            </a:r>
            <a:r>
              <a:rPr lang="ar-SY" sz="2000" b="1" dirty="0">
                <a:effectLst>
                  <a:outerShdw blurRad="38100" dist="38100" dir="2700000" algn="tl">
                    <a:srgbClr val="000000">
                      <a:alpha val="43137"/>
                    </a:srgbClr>
                  </a:outerShdw>
                </a:effectLst>
              </a:rPr>
              <a:t>)</a:t>
            </a:r>
            <a:endParaRPr lang="ar-SA" sz="2000" b="1" dirty="0">
              <a:effectLst>
                <a:outerShdw blurRad="38100" dist="38100" dir="2700000" algn="tl">
                  <a:srgbClr val="000000">
                    <a:alpha val="43137"/>
                  </a:srgbClr>
                </a:outerShdw>
              </a:effectLst>
            </a:endParaRP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sz="2400" dirty="0">
                <a:solidFill>
                  <a:srgbClr val="FAE0CE"/>
                </a:solidFill>
              </a:rPr>
              <a:t>*</a:t>
            </a:r>
            <a:r>
              <a:rPr lang="en-US" sz="2400" b="1" dirty="0">
                <a:solidFill>
                  <a:srgbClr val="FAE0CE"/>
                </a:solidFill>
              </a:rPr>
              <a:t> </a:t>
            </a:r>
            <a:r>
              <a:rPr lang="ar-SA" sz="2400" b="1" dirty="0">
                <a:solidFill>
                  <a:srgbClr val="FAE0CE"/>
                </a:solidFill>
              </a:rPr>
              <a:t>على الصعيد المجتمعي: </a:t>
            </a:r>
            <a:r>
              <a:rPr lang="ar-SA" sz="2000" b="1" dirty="0"/>
              <a:t>تسهيل عمليات المرضى والأطباء والمدراء على حد سواء عند التعامل مع الأنظمة الخاصة بإدارة المراكز الصحية.</a:t>
            </a:r>
          </a:p>
          <a:p>
            <a:pPr marL="285750" indent="-285750">
              <a:buFont typeface="Arial" panose="020B0604020202020204" pitchFamily="34" charset="0"/>
              <a:buChar char="•"/>
            </a:pPr>
            <a:endParaRPr lang="ar-SA" sz="2000" b="1" dirty="0"/>
          </a:p>
          <a:p>
            <a:pPr marL="285750" indent="-285750">
              <a:buFont typeface="Arial" panose="020B0604020202020204" pitchFamily="34" charset="0"/>
              <a:buChar char="•"/>
            </a:pPr>
            <a:r>
              <a:rPr lang="ar-SY" sz="2400" b="1" dirty="0">
                <a:solidFill>
                  <a:srgbClr val="FAE0CE"/>
                </a:solidFill>
              </a:rPr>
              <a:t>*</a:t>
            </a:r>
            <a:r>
              <a:rPr lang="ar-SA" sz="2400" b="1" dirty="0">
                <a:solidFill>
                  <a:srgbClr val="FAE0CE"/>
                </a:solidFill>
              </a:rPr>
              <a:t>على الصعيد الاقتصادي: </a:t>
            </a:r>
            <a:r>
              <a:rPr lang="ar-SA" sz="2000" b="1" dirty="0"/>
              <a:t>يعتبر النظام المقترح قابلاً للعمل على مختلف أنواع الأجهزة بمختلف إصدارات أنظمة التشغيل الخاصة بكل جهاز، حيث سيتم بناء النظام على أنه تطبيق ويب </a:t>
            </a:r>
            <a:r>
              <a:rPr lang="en-US" sz="2000" b="1" dirty="0"/>
              <a:t>Web Application</a:t>
            </a:r>
          </a:p>
          <a:p>
            <a:pPr marL="285750" indent="-285750">
              <a:buFont typeface="Arial" panose="020B0604020202020204" pitchFamily="34" charset="0"/>
              <a:buChar char="•"/>
            </a:pPr>
            <a:endParaRPr lang="ar-SA" dirty="0"/>
          </a:p>
        </p:txBody>
      </p:sp>
      <p:sp>
        <p:nvSpPr>
          <p:cNvPr id="2" name="سحابة 1">
            <a:extLst>
              <a:ext uri="{FF2B5EF4-FFF2-40B4-BE49-F238E27FC236}">
                <a16:creationId xmlns:a16="http://schemas.microsoft.com/office/drawing/2014/main" id="{F4239294-775B-B12E-AE91-E88F18B06573}"/>
              </a:ext>
            </a:extLst>
          </p:cNvPr>
          <p:cNvSpPr/>
          <p:nvPr/>
        </p:nvSpPr>
        <p:spPr>
          <a:xfrm>
            <a:off x="3812147" y="373488"/>
            <a:ext cx="3970622" cy="1133338"/>
          </a:xfrm>
          <a:prstGeom prst="cloud">
            <a:avLst/>
          </a:prstGeom>
          <a:solidFill>
            <a:srgbClr val="845E6A"/>
          </a:solidFill>
          <a:ln>
            <a:solidFill>
              <a:srgbClr val="845E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r" defTabSz="914400" rtl="1" eaLnBrk="1" fontAlgn="auto" latinLnBrk="0" hangingPunct="1">
              <a:lnSpc>
                <a:spcPct val="100000"/>
              </a:lnSpc>
              <a:spcBef>
                <a:spcPts val="0"/>
              </a:spcBef>
              <a:spcAft>
                <a:spcPts val="0"/>
              </a:spcAft>
              <a:buClrTx/>
              <a:buSzTx/>
              <a:buFontTx/>
              <a:buNone/>
              <a:tabLst/>
              <a:defRPr/>
            </a:pPr>
            <a:r>
              <a:rPr kumimoji="0" lang="ar-SA" sz="3600" b="1" i="0" u="none" strike="noStrike" kern="1200" cap="none" spc="0" normalizeH="0" baseline="0" noProof="0" dirty="0">
                <a:ln>
                  <a:noFill/>
                </a:ln>
                <a:solidFill>
                  <a:schemeClr val="bg1"/>
                </a:solidFill>
                <a:effectLst/>
                <a:uLnTx/>
                <a:uFillTx/>
                <a:latin typeface="Calibri" panose="020F0502020204030204"/>
                <a:ea typeface="+mn-ea"/>
                <a:cs typeface="Arial" panose="020B0604020202020204" pitchFamily="34" charset="0"/>
              </a:rPr>
              <a:t>أهمية المشروع </a:t>
            </a:r>
          </a:p>
        </p:txBody>
      </p:sp>
      <p:sp>
        <p:nvSpPr>
          <p:cNvPr id="6" name="نجمة: 4 نقاط 5">
            <a:extLst>
              <a:ext uri="{FF2B5EF4-FFF2-40B4-BE49-F238E27FC236}">
                <a16:creationId xmlns:a16="http://schemas.microsoft.com/office/drawing/2014/main" id="{B0834E1E-92D8-8661-4215-980D916B6E5B}"/>
              </a:ext>
            </a:extLst>
          </p:cNvPr>
          <p:cNvSpPr/>
          <p:nvPr/>
        </p:nvSpPr>
        <p:spPr>
          <a:xfrm>
            <a:off x="11294772" y="5666704"/>
            <a:ext cx="412124" cy="502276"/>
          </a:xfrm>
          <a:prstGeom prst="star4">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نجمة: 4 نقاط 13">
            <a:extLst>
              <a:ext uri="{FF2B5EF4-FFF2-40B4-BE49-F238E27FC236}">
                <a16:creationId xmlns:a16="http://schemas.microsoft.com/office/drawing/2014/main" id="{18D723B3-576B-04CE-6AFA-DFF659DE81A9}"/>
              </a:ext>
            </a:extLst>
          </p:cNvPr>
          <p:cNvSpPr/>
          <p:nvPr/>
        </p:nvSpPr>
        <p:spPr>
          <a:xfrm>
            <a:off x="734096" y="373488"/>
            <a:ext cx="334850" cy="412123"/>
          </a:xfrm>
          <a:prstGeom prst="star4">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124392512"/>
      </p:ext>
    </p:extLst>
  </p:cSld>
  <p:clrMapOvr>
    <a:masterClrMapping/>
  </p:clrMapOvr>
  <p:transition spd="slow">
    <p:wipe dir="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1000"/>
                                        <p:tgtEl>
                                          <p:spTgt spid="14"/>
                                        </p:tgtEl>
                                      </p:cBhvr>
                                    </p:animEffect>
                                    <p:anim calcmode="lin" valueType="num">
                                      <p:cBhvr>
                                        <p:cTn id="8" dur="1000" fill="hold"/>
                                        <p:tgtEl>
                                          <p:spTgt spid="14"/>
                                        </p:tgtEl>
                                        <p:attrNameLst>
                                          <p:attrName>ppt_x</p:attrName>
                                        </p:attrNameLst>
                                      </p:cBhvr>
                                      <p:tavLst>
                                        <p:tav tm="0">
                                          <p:val>
                                            <p:strVal val="#ppt_x"/>
                                          </p:val>
                                        </p:tav>
                                        <p:tav tm="100000">
                                          <p:val>
                                            <p:strVal val="#ppt_x"/>
                                          </p:val>
                                        </p:tav>
                                      </p:tavLst>
                                    </p:anim>
                                    <p:anim calcmode="lin" valueType="num">
                                      <p:cBhvr>
                                        <p:cTn id="9"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A1864D-B968-854C-4DA2-4AB2C07889CC}"/>
            </a:ext>
          </a:extLst>
        </p:cNvPr>
        <p:cNvGrpSpPr/>
        <p:nvPr/>
      </p:nvGrpSpPr>
      <p:grpSpPr>
        <a:xfrm>
          <a:off x="0" y="0"/>
          <a:ext cx="0" cy="0"/>
          <a:chOff x="0" y="0"/>
          <a:chExt cx="0" cy="0"/>
        </a:xfrm>
      </p:grpSpPr>
      <p:pic>
        <p:nvPicPr>
          <p:cNvPr id="3" name="صورة 2">
            <a:extLst>
              <a:ext uri="{FF2B5EF4-FFF2-40B4-BE49-F238E27FC236}">
                <a16:creationId xmlns:a16="http://schemas.microsoft.com/office/drawing/2014/main" id="{03E55A41-EC6E-7DB7-F084-426D8FBD1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
            <a:ext cx="12192000" cy="6857999"/>
          </a:xfrm>
          <a:prstGeom prst="rect">
            <a:avLst/>
          </a:prstGeom>
        </p:spPr>
      </p:pic>
      <p:sp>
        <p:nvSpPr>
          <p:cNvPr id="6" name="مربع نص 5">
            <a:extLst>
              <a:ext uri="{FF2B5EF4-FFF2-40B4-BE49-F238E27FC236}">
                <a16:creationId xmlns:a16="http://schemas.microsoft.com/office/drawing/2014/main" id="{33A76821-5B24-81C2-B03D-9E7DC7663B27}"/>
              </a:ext>
            </a:extLst>
          </p:cNvPr>
          <p:cNvSpPr txBox="1"/>
          <p:nvPr/>
        </p:nvSpPr>
        <p:spPr>
          <a:xfrm>
            <a:off x="2986936" y="1878838"/>
            <a:ext cx="6594946" cy="4062651"/>
          </a:xfrm>
          <a:prstGeom prst="rect">
            <a:avLst/>
          </a:prstGeom>
          <a:noFill/>
        </p:spPr>
        <p:txBody>
          <a:bodyPr wrap="square">
            <a:spAutoFit/>
          </a:bodyPr>
          <a:lstStyle/>
          <a:p>
            <a:r>
              <a:rPr lang="ar-SA" sz="2000" b="1" dirty="0"/>
              <a:t>يهدف المشروع إلى بناء لإدارة مركز صحي، وذلك في ظل الاحتياج المتزايد يوماً بعد يوم للخدمات الصحية بصورة عامة، والحاجة لاستشارة عن بعد أو الحاجة لنصائح تتعلق بالصحة العامة على وجه الخصوص، وذلك عبر الخدمات التالية: </a:t>
            </a:r>
          </a:p>
          <a:p>
            <a:endParaRPr lang="ar-SA" sz="2000" dirty="0"/>
          </a:p>
          <a:p>
            <a:pPr algn="just"/>
            <a:r>
              <a:rPr lang="ar-SA" sz="2000" dirty="0">
                <a:solidFill>
                  <a:srgbClr val="660033"/>
                </a:solidFill>
              </a:rPr>
              <a:t>•</a:t>
            </a:r>
            <a:r>
              <a:rPr lang="ar-SY" sz="2000" dirty="0">
                <a:solidFill>
                  <a:srgbClr val="660033"/>
                </a:solidFill>
              </a:rPr>
              <a:t>  </a:t>
            </a:r>
            <a:r>
              <a:rPr lang="ar-SA" sz="2000" dirty="0">
                <a:solidFill>
                  <a:srgbClr val="660033"/>
                </a:solidFill>
              </a:rPr>
              <a:t>يسمح النظام بإنشاء ملف طبي خاص لكل مريض</a:t>
            </a:r>
          </a:p>
          <a:p>
            <a:pPr algn="just"/>
            <a:r>
              <a:rPr lang="ar-SA" sz="2000" dirty="0">
                <a:solidFill>
                  <a:srgbClr val="660033"/>
                </a:solidFill>
              </a:rPr>
              <a:t>•</a:t>
            </a:r>
            <a:r>
              <a:rPr lang="ar-SY" sz="2000" dirty="0">
                <a:solidFill>
                  <a:srgbClr val="660033"/>
                </a:solidFill>
              </a:rPr>
              <a:t>  </a:t>
            </a:r>
            <a:r>
              <a:rPr lang="ar-SA" sz="2000" dirty="0">
                <a:solidFill>
                  <a:srgbClr val="660033"/>
                </a:solidFill>
              </a:rPr>
              <a:t>يسمح النظام بإضافة مقالات من قبل الأطباء ويقوم بترشيح المقالات للمرضى حسب محتويات ملفهم الطبي</a:t>
            </a:r>
          </a:p>
          <a:p>
            <a:pPr algn="just"/>
            <a:endParaRPr lang="ar-SA" dirty="0"/>
          </a:p>
          <a:p>
            <a:pPr algn="just"/>
            <a:r>
              <a:rPr lang="ar-SA" sz="2000" dirty="0">
                <a:solidFill>
                  <a:srgbClr val="660033"/>
                </a:solidFill>
              </a:rPr>
              <a:t>•</a:t>
            </a:r>
            <a:r>
              <a:rPr lang="ar-SY" sz="2000" dirty="0">
                <a:solidFill>
                  <a:srgbClr val="660033"/>
                </a:solidFill>
              </a:rPr>
              <a:t>  </a:t>
            </a:r>
            <a:r>
              <a:rPr lang="ar-SA" sz="2000" dirty="0">
                <a:solidFill>
                  <a:srgbClr val="660033"/>
                </a:solidFill>
              </a:rPr>
              <a:t>يسمح النظام بمراقبة أداء القائمين على المركز من خلال التقييمات المقدمة من قبل المرضى</a:t>
            </a:r>
          </a:p>
          <a:p>
            <a:pPr algn="just"/>
            <a:endParaRPr lang="ar-SA" sz="2000" dirty="0">
              <a:solidFill>
                <a:srgbClr val="660033"/>
              </a:solidFill>
            </a:endParaRPr>
          </a:p>
          <a:p>
            <a:pPr algn="just"/>
            <a:r>
              <a:rPr lang="ar-SA" sz="2000" dirty="0">
                <a:solidFill>
                  <a:srgbClr val="660033"/>
                </a:solidFill>
              </a:rPr>
              <a:t>•</a:t>
            </a:r>
            <a:r>
              <a:rPr lang="ar-SY" sz="2000" dirty="0">
                <a:solidFill>
                  <a:srgbClr val="660033"/>
                </a:solidFill>
              </a:rPr>
              <a:t>  </a:t>
            </a:r>
            <a:r>
              <a:rPr lang="ar-SA" sz="2000" dirty="0">
                <a:solidFill>
                  <a:srgbClr val="660033"/>
                </a:solidFill>
              </a:rPr>
              <a:t>يسمح النظام بعرض إحصائيات متكاملة عن عمل المركز الصحي</a:t>
            </a:r>
            <a:endParaRPr lang="en-US" sz="2000" dirty="0">
              <a:solidFill>
                <a:srgbClr val="660033"/>
              </a:solidFill>
            </a:endParaRPr>
          </a:p>
        </p:txBody>
      </p:sp>
      <p:sp>
        <p:nvSpPr>
          <p:cNvPr id="4" name="سحابة 3">
            <a:extLst>
              <a:ext uri="{FF2B5EF4-FFF2-40B4-BE49-F238E27FC236}">
                <a16:creationId xmlns:a16="http://schemas.microsoft.com/office/drawing/2014/main" id="{9A3F4A14-1CAC-D4EB-26D5-5E321DAB5D76}"/>
              </a:ext>
            </a:extLst>
          </p:cNvPr>
          <p:cNvSpPr/>
          <p:nvPr/>
        </p:nvSpPr>
        <p:spPr>
          <a:xfrm>
            <a:off x="4177704" y="353062"/>
            <a:ext cx="3836591" cy="1018170"/>
          </a:xfrm>
          <a:prstGeom prst="cloud">
            <a:avLst/>
          </a:prstGeom>
          <a:solidFill>
            <a:srgbClr val="845E6A"/>
          </a:solidFill>
          <a:ln>
            <a:solidFill>
              <a:srgbClr val="845E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3600" b="1" dirty="0">
                <a:solidFill>
                  <a:schemeClr val="bg1"/>
                </a:solidFill>
              </a:rPr>
              <a:t>هدف المشروع</a:t>
            </a:r>
            <a:endParaRPr lang="en-US" sz="3600" b="1" dirty="0">
              <a:solidFill>
                <a:schemeClr val="bg1"/>
              </a:solidFill>
            </a:endParaRPr>
          </a:p>
        </p:txBody>
      </p:sp>
      <p:sp>
        <p:nvSpPr>
          <p:cNvPr id="5" name="قلب 4">
            <a:extLst>
              <a:ext uri="{FF2B5EF4-FFF2-40B4-BE49-F238E27FC236}">
                <a16:creationId xmlns:a16="http://schemas.microsoft.com/office/drawing/2014/main" id="{32148B27-07BE-3BC3-5F06-A60E7DF5DAEE}"/>
              </a:ext>
            </a:extLst>
          </p:cNvPr>
          <p:cNvSpPr/>
          <p:nvPr/>
        </p:nvSpPr>
        <p:spPr>
          <a:xfrm>
            <a:off x="10985679" y="5589431"/>
            <a:ext cx="257577" cy="352058"/>
          </a:xfrm>
          <a:prstGeom prst="hear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قلب 6">
            <a:extLst>
              <a:ext uri="{FF2B5EF4-FFF2-40B4-BE49-F238E27FC236}">
                <a16:creationId xmlns:a16="http://schemas.microsoft.com/office/drawing/2014/main" id="{6BD853B9-B8FF-10AA-7E25-B67C8F637A79}"/>
              </a:ext>
            </a:extLst>
          </p:cNvPr>
          <p:cNvSpPr/>
          <p:nvPr/>
        </p:nvSpPr>
        <p:spPr>
          <a:xfrm>
            <a:off x="1378039" y="2859110"/>
            <a:ext cx="205100" cy="399245"/>
          </a:xfrm>
          <a:prstGeom prst="hear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قلب 7">
            <a:extLst>
              <a:ext uri="{FF2B5EF4-FFF2-40B4-BE49-F238E27FC236}">
                <a16:creationId xmlns:a16="http://schemas.microsoft.com/office/drawing/2014/main" id="{192A465A-DBAF-7070-8CF8-648D5FD8E74C}"/>
              </a:ext>
            </a:extLst>
          </p:cNvPr>
          <p:cNvSpPr/>
          <p:nvPr/>
        </p:nvSpPr>
        <p:spPr>
          <a:xfrm>
            <a:off x="10599313" y="708338"/>
            <a:ext cx="257577" cy="347730"/>
          </a:xfrm>
          <a:prstGeom prst="hear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014899220"/>
      </p:ext>
    </p:extLst>
  </p:cSld>
  <p:clrMapOvr>
    <a:masterClrMapping/>
  </p:clrMapOvr>
  <p:transition spd="slow">
    <p:wipe dir="r"/>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a:gsLst>
            <a:gs pos="93000">
              <a:srgbClr val="FAE0CE"/>
            </a:gs>
            <a:gs pos="39286">
              <a:srgbClr val="FAE0CE"/>
            </a:gs>
            <a:gs pos="43000">
              <a:srgbClr val="FAE0CE"/>
            </a:gs>
            <a:gs pos="100000">
              <a:srgbClr val="FAE0CE"/>
            </a:gs>
            <a:gs pos="100000">
              <a:srgbClr val="845E6A"/>
            </a:gs>
            <a:gs pos="100000">
              <a:srgbClr val="845E6A"/>
            </a:gs>
          </a:gsLst>
          <a:lin ang="2700000" scaled="1"/>
        </a:gradFill>
        <a:effectLst/>
      </p:bgPr>
    </p:bg>
    <p:spTree>
      <p:nvGrpSpPr>
        <p:cNvPr id="1" name=""/>
        <p:cNvGrpSpPr/>
        <p:nvPr/>
      </p:nvGrpSpPr>
      <p:grpSpPr>
        <a:xfrm>
          <a:off x="0" y="0"/>
          <a:ext cx="0" cy="0"/>
          <a:chOff x="0" y="0"/>
          <a:chExt cx="0" cy="0"/>
        </a:xfrm>
      </p:grpSpPr>
      <p:sp>
        <p:nvSpPr>
          <p:cNvPr id="5" name="مربع نص 4">
            <a:extLst>
              <a:ext uri="{FF2B5EF4-FFF2-40B4-BE49-F238E27FC236}">
                <a16:creationId xmlns:a16="http://schemas.microsoft.com/office/drawing/2014/main" id="{058559BB-7A3F-B52C-DE09-6EFECF104DB4}"/>
              </a:ext>
            </a:extLst>
          </p:cNvPr>
          <p:cNvSpPr txBox="1"/>
          <p:nvPr/>
        </p:nvSpPr>
        <p:spPr>
          <a:xfrm>
            <a:off x="96591" y="767720"/>
            <a:ext cx="11876468" cy="5786199"/>
          </a:xfrm>
          <a:prstGeom prst="rect">
            <a:avLst/>
          </a:prstGeom>
          <a:noFill/>
        </p:spPr>
        <p:txBody>
          <a:bodyPr wrap="square">
            <a:spAutoFit/>
          </a:bodyPr>
          <a:lstStyle/>
          <a:p>
            <a:endParaRPr lang="ar-SA" b="1" dirty="0"/>
          </a:p>
          <a:p>
            <a:endParaRPr lang="ar-SA" sz="2000" b="1" dirty="0"/>
          </a:p>
          <a:p>
            <a:r>
              <a:rPr lang="ar-SA" sz="2400" b="1" dirty="0">
                <a:solidFill>
                  <a:srgbClr val="845E6A"/>
                </a:solidFill>
              </a:rPr>
              <a:t>نظام </a:t>
            </a:r>
            <a:r>
              <a:rPr lang="en-US" sz="2400" b="1" dirty="0" err="1">
                <a:solidFill>
                  <a:srgbClr val="845E6A"/>
                </a:solidFill>
              </a:rPr>
              <a:t>OpenMRS</a:t>
            </a:r>
            <a:r>
              <a:rPr lang="en-US" sz="2400" b="1" dirty="0">
                <a:solidFill>
                  <a:srgbClr val="845E6A"/>
                </a:solidFill>
              </a:rPr>
              <a:t> </a:t>
            </a:r>
            <a:r>
              <a:rPr lang="ar-SY" sz="2400" b="1" dirty="0">
                <a:solidFill>
                  <a:srgbClr val="845E6A"/>
                </a:solidFill>
              </a:rPr>
              <a:t>:</a:t>
            </a:r>
            <a:endParaRPr lang="ar-SA" sz="2400" b="1" dirty="0">
              <a:solidFill>
                <a:srgbClr val="845E6A"/>
              </a:solidFill>
            </a:endParaRPr>
          </a:p>
          <a:p>
            <a:br>
              <a:rPr lang="en-US" sz="2000" b="1" dirty="0"/>
            </a:br>
            <a:r>
              <a:rPr lang="ar-SA" sz="2000" b="1" dirty="0"/>
              <a:t>وذلك عن طريق الموقع الرسمي للنظام </a:t>
            </a:r>
            <a:r>
              <a:rPr lang="en-US" sz="2000" b="1" dirty="0"/>
              <a:t>https://openmrs.org)</a:t>
            </a:r>
            <a:r>
              <a:rPr lang="ar-SY" sz="2000" b="1" dirty="0"/>
              <a:t>)</a:t>
            </a:r>
            <a:r>
              <a:rPr lang="en-US" sz="2000" b="1" dirty="0"/>
              <a:t>، </a:t>
            </a:r>
            <a:r>
              <a:rPr lang="ar-SA" sz="2000" b="1" dirty="0"/>
              <a:t>الذي يقد</a:t>
            </a:r>
            <a:r>
              <a:rPr lang="ar-SA" sz="2000" dirty="0"/>
              <a:t>م </a:t>
            </a:r>
            <a:r>
              <a:rPr lang="ar-SA" sz="2000" b="1" dirty="0"/>
              <a:t>الخدمات التالية</a:t>
            </a:r>
          </a:p>
          <a:p>
            <a:r>
              <a:rPr lang="ar-SA" sz="2000" dirty="0">
                <a:solidFill>
                  <a:srgbClr val="660033"/>
                </a:solidFill>
              </a:rPr>
              <a:t>إدارة معلومات المرضى، بما في ذلك السجلات الطبية والملاحظات السريرية.</a:t>
            </a:r>
            <a:endParaRPr lang="ar-SY" sz="2000" dirty="0">
              <a:solidFill>
                <a:srgbClr val="660033"/>
              </a:solidFill>
            </a:endParaRPr>
          </a:p>
          <a:p>
            <a:endParaRPr lang="ar-SA" sz="2000" dirty="0">
              <a:solidFill>
                <a:srgbClr val="660033"/>
              </a:solidFill>
            </a:endParaRPr>
          </a:p>
          <a:p>
            <a:r>
              <a:rPr lang="ar-SA" sz="2400" b="1" dirty="0">
                <a:solidFill>
                  <a:srgbClr val="845E6A"/>
                </a:solidFill>
              </a:rPr>
              <a:t>نظام </a:t>
            </a:r>
            <a:r>
              <a:rPr lang="en-US" sz="2400" b="1" dirty="0">
                <a:solidFill>
                  <a:srgbClr val="845E6A"/>
                </a:solidFill>
              </a:rPr>
              <a:t>GNU Health</a:t>
            </a:r>
            <a:r>
              <a:rPr lang="ar-SY" sz="2400" b="1" dirty="0">
                <a:solidFill>
                  <a:srgbClr val="845E6A"/>
                </a:solidFill>
              </a:rPr>
              <a:t>:</a:t>
            </a:r>
            <a:endParaRPr lang="ar-SA" sz="2400" b="1" dirty="0">
              <a:solidFill>
                <a:srgbClr val="845E6A"/>
              </a:solidFill>
            </a:endParaRPr>
          </a:p>
          <a:p>
            <a:br>
              <a:rPr lang="en-US" sz="2000" b="1" dirty="0"/>
            </a:br>
            <a:r>
              <a:rPr lang="ar-SA" sz="2000" b="1" dirty="0"/>
              <a:t>بناءً على مراجعة الوثائق الرسمية للنظام </a:t>
            </a:r>
            <a:r>
              <a:rPr lang="en-US" sz="2000" b="1" dirty="0"/>
              <a:t>https://www.gnuhealth.org)</a:t>
            </a:r>
            <a:r>
              <a:rPr lang="ar-SY" sz="2000" b="1" dirty="0"/>
              <a:t>)</a:t>
            </a:r>
            <a:r>
              <a:rPr lang="en-US" sz="2000" b="1" dirty="0"/>
              <a:t>، </a:t>
            </a:r>
            <a:r>
              <a:rPr lang="ar-SA" sz="2000" b="1" dirty="0"/>
              <a:t>تبين أن النظام يقدم الخدمات التالية:</a:t>
            </a:r>
          </a:p>
          <a:p>
            <a:r>
              <a:rPr lang="ar-SA" sz="2000" dirty="0">
                <a:solidFill>
                  <a:srgbClr val="660033"/>
                </a:solidFill>
              </a:rPr>
              <a:t>إدارة شاملة للسجلات الصحية، بما في ذلك الأمراض المزمنة، التطعيمات، والتاريخ الطبي.  </a:t>
            </a:r>
          </a:p>
          <a:p>
            <a:r>
              <a:rPr lang="ar-SA" sz="2000" dirty="0">
                <a:solidFill>
                  <a:srgbClr val="660033"/>
                </a:solidFill>
              </a:rPr>
              <a:t>إدارة مالية وإدارية للمركز الصحي (فواتير، مخزون، موظفين). </a:t>
            </a:r>
            <a:endParaRPr lang="ar-SY" sz="2000" dirty="0">
              <a:solidFill>
                <a:srgbClr val="660033"/>
              </a:solidFill>
            </a:endParaRPr>
          </a:p>
          <a:p>
            <a:endParaRPr lang="ar-SA" sz="2000" dirty="0">
              <a:solidFill>
                <a:srgbClr val="660033"/>
              </a:solidFill>
            </a:endParaRPr>
          </a:p>
          <a:p>
            <a:r>
              <a:rPr lang="ar-SA" sz="2400" b="1" dirty="0">
                <a:solidFill>
                  <a:srgbClr val="845E6A"/>
                </a:solidFill>
              </a:rPr>
              <a:t>نظام </a:t>
            </a:r>
            <a:r>
              <a:rPr lang="en-US" sz="2400" b="1" dirty="0" err="1">
                <a:solidFill>
                  <a:srgbClr val="845E6A"/>
                </a:solidFill>
              </a:rPr>
              <a:t>ClinicMaster</a:t>
            </a:r>
            <a:r>
              <a:rPr lang="ar-SY" sz="2400" b="1" dirty="0">
                <a:solidFill>
                  <a:srgbClr val="845E6A"/>
                </a:solidFill>
              </a:rPr>
              <a:t>:</a:t>
            </a:r>
            <a:endParaRPr lang="ar-SA" sz="2400" b="1" dirty="0">
              <a:solidFill>
                <a:srgbClr val="845E6A"/>
              </a:solidFill>
            </a:endParaRPr>
          </a:p>
          <a:p>
            <a:br>
              <a:rPr lang="en-US" sz="2000" dirty="0"/>
            </a:br>
            <a:r>
              <a:rPr lang="ar-SA" sz="2000" b="1" dirty="0"/>
              <a:t>بناءً على مراجعة الموقع الرسمي للنظام </a:t>
            </a:r>
            <a:r>
              <a:rPr lang="en-US" sz="2000" b="1" dirty="0"/>
              <a:t>https://clinicmaster.com)</a:t>
            </a:r>
            <a:r>
              <a:rPr lang="ar-SY" sz="2000" b="1" dirty="0"/>
              <a:t>)</a:t>
            </a:r>
            <a:r>
              <a:rPr lang="en-US" sz="2000" b="1" dirty="0"/>
              <a:t>، </a:t>
            </a:r>
            <a:r>
              <a:rPr lang="ar-SA" sz="2000" b="1" dirty="0"/>
              <a:t>تبين أن</a:t>
            </a:r>
            <a:r>
              <a:rPr lang="ar-SA" sz="2000" dirty="0"/>
              <a:t> </a:t>
            </a:r>
            <a:r>
              <a:rPr lang="ar-SA" sz="2000" b="1" dirty="0"/>
              <a:t>النظام يقدم الخدمات التالية:  </a:t>
            </a:r>
          </a:p>
          <a:p>
            <a:r>
              <a:rPr lang="ar-SA" sz="2000" dirty="0">
                <a:solidFill>
                  <a:srgbClr val="660033"/>
                </a:solidFill>
              </a:rPr>
              <a:t>إدارة متكاملة للعيادات، تشمل المرضى، المواعيد، الفواتير، والتقارير </a:t>
            </a:r>
          </a:p>
          <a:p>
            <a:r>
              <a:rPr lang="ar-SA" sz="2000" dirty="0">
                <a:solidFill>
                  <a:srgbClr val="660033"/>
                </a:solidFill>
              </a:rPr>
              <a:t>واجهة استخدام سهلة وموجهة للقطاع الخاص</a:t>
            </a:r>
            <a:endParaRPr lang="en-US" sz="2000" dirty="0">
              <a:solidFill>
                <a:srgbClr val="660033"/>
              </a:solidFill>
            </a:endParaRPr>
          </a:p>
        </p:txBody>
      </p:sp>
      <p:sp>
        <p:nvSpPr>
          <p:cNvPr id="8" name="قلب 7">
            <a:extLst>
              <a:ext uri="{FF2B5EF4-FFF2-40B4-BE49-F238E27FC236}">
                <a16:creationId xmlns:a16="http://schemas.microsoft.com/office/drawing/2014/main" id="{A2A19F4D-1096-FCE8-46EB-8019395DE3C7}"/>
              </a:ext>
            </a:extLst>
          </p:cNvPr>
          <p:cNvSpPr/>
          <p:nvPr/>
        </p:nvSpPr>
        <p:spPr>
          <a:xfrm>
            <a:off x="3199479" y="3429000"/>
            <a:ext cx="213421" cy="231820"/>
          </a:xfrm>
          <a:prstGeom prst="hear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قلب 8">
            <a:extLst>
              <a:ext uri="{FF2B5EF4-FFF2-40B4-BE49-F238E27FC236}">
                <a16:creationId xmlns:a16="http://schemas.microsoft.com/office/drawing/2014/main" id="{742027D7-CFA2-D907-3E56-6A999E63DC9E}"/>
              </a:ext>
            </a:extLst>
          </p:cNvPr>
          <p:cNvSpPr/>
          <p:nvPr/>
        </p:nvSpPr>
        <p:spPr>
          <a:xfrm>
            <a:off x="96591" y="1614697"/>
            <a:ext cx="244699" cy="231820"/>
          </a:xfrm>
          <a:prstGeom prst="heart">
            <a:avLst/>
          </a:prstGeom>
          <a:solidFill>
            <a:srgbClr val="FAE0C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سحابة 5">
            <a:extLst>
              <a:ext uri="{FF2B5EF4-FFF2-40B4-BE49-F238E27FC236}">
                <a16:creationId xmlns:a16="http://schemas.microsoft.com/office/drawing/2014/main" id="{8E8CD11C-181A-2698-BDE6-DD8A2C4BA8DE}"/>
              </a:ext>
            </a:extLst>
          </p:cNvPr>
          <p:cNvSpPr/>
          <p:nvPr/>
        </p:nvSpPr>
        <p:spPr>
          <a:xfrm>
            <a:off x="4172858" y="58980"/>
            <a:ext cx="3846284" cy="921087"/>
          </a:xfrm>
          <a:prstGeom prst="cloud">
            <a:avLst/>
          </a:prstGeom>
          <a:solidFill>
            <a:srgbClr val="845E6A"/>
          </a:solidFill>
          <a:ln>
            <a:solidFill>
              <a:srgbClr val="845E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800" b="1" dirty="0"/>
              <a:t>الدراسة المرجعية</a:t>
            </a:r>
            <a:endParaRPr lang="en-US" sz="2800" b="1" dirty="0"/>
          </a:p>
        </p:txBody>
      </p:sp>
    </p:spTree>
    <p:extLst>
      <p:ext uri="{BB962C8B-B14F-4D97-AF65-F5344CB8AC3E}">
        <p14:creationId xmlns:p14="http://schemas.microsoft.com/office/powerpoint/2010/main" val="1658750053"/>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93000">
              <a:srgbClr val="FAE0CE"/>
            </a:gs>
            <a:gs pos="39286">
              <a:srgbClr val="FAE0CE"/>
            </a:gs>
            <a:gs pos="43000">
              <a:srgbClr val="FAE0CE"/>
            </a:gs>
            <a:gs pos="100000">
              <a:srgbClr val="FAE0CE"/>
            </a:gs>
            <a:gs pos="100000">
              <a:srgbClr val="845E6A"/>
            </a:gs>
            <a:gs pos="100000">
              <a:srgbClr val="845E6A"/>
            </a:gs>
          </a:gsLst>
          <a:lin ang="2700000" scaled="1"/>
        </a:gradFill>
        <a:effectLst/>
      </p:bgPr>
    </p:bg>
    <p:spTree>
      <p:nvGrpSpPr>
        <p:cNvPr id="1" name=""/>
        <p:cNvGrpSpPr/>
        <p:nvPr/>
      </p:nvGrpSpPr>
      <p:grpSpPr>
        <a:xfrm>
          <a:off x="0" y="0"/>
          <a:ext cx="0" cy="0"/>
          <a:chOff x="0" y="0"/>
          <a:chExt cx="0" cy="0"/>
        </a:xfrm>
      </p:grpSpPr>
      <p:sp>
        <p:nvSpPr>
          <p:cNvPr id="6" name="سحابة 5">
            <a:extLst>
              <a:ext uri="{FF2B5EF4-FFF2-40B4-BE49-F238E27FC236}">
                <a16:creationId xmlns:a16="http://schemas.microsoft.com/office/drawing/2014/main" id="{82314655-659D-A661-C3AA-25056BA45363}"/>
              </a:ext>
            </a:extLst>
          </p:cNvPr>
          <p:cNvSpPr/>
          <p:nvPr/>
        </p:nvSpPr>
        <p:spPr>
          <a:xfrm>
            <a:off x="4529778" y="104400"/>
            <a:ext cx="3480619" cy="670393"/>
          </a:xfrm>
          <a:prstGeom prst="cloud">
            <a:avLst/>
          </a:prstGeom>
          <a:solidFill>
            <a:srgbClr val="6600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ar-AE" sz="2800" dirty="0">
                <a:solidFill>
                  <a:schemeClr val="bg1"/>
                </a:solidFill>
              </a:rPr>
              <a:t>المتطلبات العامة</a:t>
            </a:r>
            <a:endParaRPr lang="en-US" sz="2800" dirty="0">
              <a:solidFill>
                <a:schemeClr val="bg1"/>
              </a:solidFill>
            </a:endParaRPr>
          </a:p>
        </p:txBody>
      </p:sp>
      <p:sp>
        <p:nvSpPr>
          <p:cNvPr id="10" name="مربع نص 9">
            <a:extLst>
              <a:ext uri="{FF2B5EF4-FFF2-40B4-BE49-F238E27FC236}">
                <a16:creationId xmlns:a16="http://schemas.microsoft.com/office/drawing/2014/main" id="{E86660A5-975E-DA15-F711-34FDF9D72BAF}"/>
              </a:ext>
            </a:extLst>
          </p:cNvPr>
          <p:cNvSpPr txBox="1"/>
          <p:nvPr/>
        </p:nvSpPr>
        <p:spPr>
          <a:xfrm>
            <a:off x="7403690" y="599872"/>
            <a:ext cx="4630993" cy="4047262"/>
          </a:xfrm>
          <a:prstGeom prst="rect">
            <a:avLst/>
          </a:prstGeom>
          <a:noFill/>
        </p:spPr>
        <p:txBody>
          <a:bodyPr wrap="square">
            <a:spAutoFit/>
          </a:bodyPr>
          <a:lstStyle/>
          <a:p>
            <a:pPr marL="342900" lvl="0" indent="-342900" algn="justLow" rtl="1">
              <a:lnSpc>
                <a:spcPct val="150000"/>
              </a:lnSpc>
              <a:spcAft>
                <a:spcPts val="800"/>
              </a:spcAft>
              <a:buFont typeface="Symbol" panose="05050102010706020507" pitchFamily="18" charset="2"/>
              <a:buChar char=""/>
            </a:pPr>
            <a:r>
              <a:rPr lang="ar-SA" b="1" kern="100" dirty="0">
                <a:effectLst/>
                <a:latin typeface="Calibri" panose="020F0502020204030204" pitchFamily="34" charset="0"/>
                <a:ea typeface="Arial" panose="020B0604020202020204" pitchFamily="34" charset="0"/>
                <a:cs typeface="Simplified Arabic" panose="02020603050405020304" pitchFamily="18" charset="-78"/>
              </a:rPr>
              <a:t>لمتطلبات الوظيفية للمريض:</a:t>
            </a:r>
            <a:endParaRPr lang="en-US"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AE"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الحساب الشخصي، عرض السجل الطبي</a:t>
            </a:r>
            <a:endParaRPr lang="en-US" sz="1600" b="1" kern="100" dirty="0">
              <a:solidFill>
                <a:srgbClr val="660033"/>
              </a:solidFill>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المواعيد الخاصة بالمريض من خلال القيام بعمليات (إضافة موعد، تعديل موعد، إلغاء موعد، عرض سجل المواعيد، عرض حالة موعد).</a:t>
            </a:r>
            <a:endParaRPr lang="en-US" sz="1600" b="1" kern="100" dirty="0">
              <a:solidFill>
                <a:srgbClr val="660033"/>
              </a:solidFill>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عرض المقالات.</a:t>
            </a:r>
            <a:endParaRPr lang="en-US" sz="1600" b="1" kern="100" dirty="0">
              <a:solidFill>
                <a:srgbClr val="660033"/>
              </a:solidFill>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عرض الاستبيانات</a:t>
            </a:r>
            <a:r>
              <a:rPr lang="ar-AE" sz="1600" b="1" kern="100" dirty="0">
                <a:solidFill>
                  <a:srgbClr val="660033"/>
                </a:solidFill>
                <a:effectLst/>
                <a:latin typeface="Calibri" panose="020F0502020204030204" pitchFamily="34" charset="0"/>
                <a:ea typeface="Calibri" panose="020F0502020204030204" pitchFamily="34" charset="0"/>
                <a:cs typeface="Simplified Arabic" panose="02020603050405020304" pitchFamily="18" charset="-78"/>
              </a:rPr>
              <a:t>، </a:t>
            </a: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تقديم إجابات على استبيان</a:t>
            </a:r>
            <a:endParaRPr lang="en-US" sz="1600" b="1" kern="100" dirty="0">
              <a:solidFill>
                <a:srgbClr val="660033"/>
              </a:solidFill>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عرض قائمة الأطباء</a:t>
            </a:r>
            <a:r>
              <a:rPr lang="ar-AE" sz="1600" b="1" kern="100" dirty="0">
                <a:solidFill>
                  <a:srgbClr val="660033"/>
                </a:solidFill>
                <a:latin typeface="Calibri" panose="020F0502020204030204" pitchFamily="34" charset="0"/>
                <a:ea typeface="Arial" panose="020B0604020202020204" pitchFamily="34" charset="0"/>
                <a:cs typeface="Simplified Arabic" panose="02020603050405020304" pitchFamily="18" charset="-78"/>
              </a:rPr>
              <a:t>، </a:t>
            </a: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عرض قائمة الأخصائيين.</a:t>
            </a:r>
            <a:endParaRPr lang="en-US" sz="1600" b="1" kern="100" dirty="0">
              <a:solidFill>
                <a:srgbClr val="660033"/>
              </a:solidFill>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إضافة تقييم</a:t>
            </a:r>
            <a:r>
              <a:rPr lang="ar-AE" sz="1600" b="1" kern="100" dirty="0">
                <a:solidFill>
                  <a:srgbClr val="660033"/>
                </a:solidFill>
                <a:latin typeface="Calibri" panose="020F0502020204030204" pitchFamily="34" charset="0"/>
                <a:ea typeface="Arial" panose="020B0604020202020204" pitchFamily="34" charset="0"/>
                <a:cs typeface="Simplified Arabic" panose="02020603050405020304" pitchFamily="18" charset="-78"/>
              </a:rPr>
              <a:t>، </a:t>
            </a: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تحديث تقييم.</a:t>
            </a:r>
            <a:r>
              <a:rPr lang="en-US" sz="1600" b="1" kern="100" dirty="0">
                <a:solidFill>
                  <a:srgbClr val="660033"/>
                </a:solidFill>
                <a:effectLst/>
                <a:latin typeface="Simplified Arabic" panose="02020603050405020304" pitchFamily="18" charset="-78"/>
                <a:ea typeface="Arial" panose="020B0604020202020204" pitchFamily="34" charset="0"/>
              </a:rPr>
              <a:t> </a:t>
            </a:r>
            <a:endParaRPr lang="en-US" sz="1600" b="1" kern="100" dirty="0">
              <a:solidFill>
                <a:srgbClr val="660033"/>
              </a:solidFill>
              <a:effectLst/>
              <a:latin typeface="Calibri" panose="020F0502020204030204" pitchFamily="34" charset="0"/>
              <a:ea typeface="Calibri" panose="020F0502020204030204" pitchFamily="34" charset="0"/>
            </a:endParaRPr>
          </a:p>
        </p:txBody>
      </p:sp>
      <p:sp>
        <p:nvSpPr>
          <p:cNvPr id="12" name="مربع نص 11">
            <a:extLst>
              <a:ext uri="{FF2B5EF4-FFF2-40B4-BE49-F238E27FC236}">
                <a16:creationId xmlns:a16="http://schemas.microsoft.com/office/drawing/2014/main" id="{E1CBAE12-5C6B-E974-E92D-E3B9C3E73EA5}"/>
              </a:ext>
            </a:extLst>
          </p:cNvPr>
          <p:cNvSpPr txBox="1"/>
          <p:nvPr/>
        </p:nvSpPr>
        <p:spPr>
          <a:xfrm>
            <a:off x="453513" y="893138"/>
            <a:ext cx="6098458" cy="3617657"/>
          </a:xfrm>
          <a:prstGeom prst="rect">
            <a:avLst/>
          </a:prstGeom>
          <a:noFill/>
        </p:spPr>
        <p:txBody>
          <a:bodyPr wrap="square">
            <a:spAutoFit/>
          </a:bodyPr>
          <a:lstStyle/>
          <a:p>
            <a:pPr marL="342900" lvl="0" indent="-342900" algn="justLow" rtl="1">
              <a:lnSpc>
                <a:spcPct val="150000"/>
              </a:lnSpc>
              <a:spcAft>
                <a:spcPts val="800"/>
              </a:spcAft>
              <a:buFont typeface="Symbol" panose="05050102010706020507" pitchFamily="18" charset="2"/>
              <a:buChar char=""/>
            </a:pPr>
            <a:r>
              <a:rPr lang="ar-SA" b="1" kern="100" dirty="0">
                <a:effectLst/>
                <a:latin typeface="Calibri" panose="020F0502020204030204" pitchFamily="34" charset="0"/>
                <a:ea typeface="Arial" panose="020B0604020202020204" pitchFamily="34" charset="0"/>
                <a:cs typeface="Simplified Arabic" panose="02020603050405020304" pitchFamily="18" charset="-78"/>
              </a:rPr>
              <a:t>المتطلبات الوظيفية الخاصة بالموظف:</a:t>
            </a:r>
            <a:endParaRPr lang="en-US"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الفواتير من خلال القيام بعمليات (إضافة، تعديل، تصدير، عرض).</a:t>
            </a:r>
            <a:endParaRPr lang="ar-AE" sz="1600" b="1" kern="100" dirty="0">
              <a:solidFill>
                <a:srgbClr val="660033"/>
              </a:solidFill>
              <a:latin typeface="Calibri" panose="020F0502020204030204" pitchFamily="34" charset="0"/>
              <a:ea typeface="Calibri" panose="020F0502020204030204" pitchFamily="34" charset="0"/>
              <a:cs typeface="Simplified Arabic" panose="02020603050405020304" pitchFamily="18" charset="-78"/>
            </a:endParaRPr>
          </a:p>
          <a:p>
            <a:pPr marL="742950" lvl="1" indent="-285750" algn="justLow" rtl="1">
              <a:lnSpc>
                <a:spcPct val="150000"/>
              </a:lnSpc>
              <a:spcAft>
                <a:spcPts val="800"/>
              </a:spcAft>
              <a:buFont typeface="Courier New" panose="02070309020205020404" pitchFamily="49" charset="0"/>
              <a:buChar char="o"/>
            </a:pPr>
            <a:r>
              <a:rPr kumimoji="0" lang="ar-AE" sz="1600" b="1" i="0" u="none" strike="noStrike" kern="100" cap="none" spc="0" normalizeH="0" baseline="0" noProof="0" dirty="0">
                <a:ln>
                  <a:noFill/>
                </a:ln>
                <a:solidFill>
                  <a:srgbClr val="660033"/>
                </a:solidFill>
                <a:effectLst/>
                <a:uLnTx/>
                <a:uFillTx/>
                <a:latin typeface="Calibri" panose="020F0502020204030204" pitchFamily="34" charset="0"/>
                <a:ea typeface="Arial" panose="020B0604020202020204" pitchFamily="34" charset="0"/>
                <a:cs typeface="Simplified Arabic" panose="02020603050405020304" pitchFamily="18" charset="-78"/>
              </a:rPr>
              <a:t>إدارة الحساب الشخصي</a:t>
            </a:r>
            <a:endParaRPr lang="en-US" sz="1600" b="1" kern="100" dirty="0">
              <a:solidFill>
                <a:srgbClr val="660033"/>
              </a:solidFill>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الاستبيانات من خلال القيام بعمليات (إضافة، تعديل، حذف، تغيير حالة، عرض الردود، عرض الاستبيانات المضافة مسبقاً).</a:t>
            </a:r>
            <a:endParaRPr lang="en-US" sz="1600" b="1" kern="100" dirty="0">
              <a:solidFill>
                <a:srgbClr val="660033"/>
              </a:solidFill>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الأقسام من خلال القيام بعمليات (إضافة، تعديل، حذف، تغيير حالة، عرض قائمة الأقسام).</a:t>
            </a:r>
            <a:endParaRPr lang="en-US" sz="1600" b="1" kern="100" dirty="0">
              <a:solidFill>
                <a:srgbClr val="660033"/>
              </a:solidFill>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تصدير التقارير</a:t>
            </a:r>
            <a:endParaRPr lang="ar-AE" sz="1600" b="1" dirty="0">
              <a:solidFill>
                <a:srgbClr val="660033"/>
              </a:solidFill>
            </a:endParaRPr>
          </a:p>
        </p:txBody>
      </p:sp>
      <p:sp>
        <p:nvSpPr>
          <p:cNvPr id="14" name="مربع نص 13">
            <a:extLst>
              <a:ext uri="{FF2B5EF4-FFF2-40B4-BE49-F238E27FC236}">
                <a16:creationId xmlns:a16="http://schemas.microsoft.com/office/drawing/2014/main" id="{FCE1A1F5-29D4-6200-E0AD-FDA518BB11A5}"/>
              </a:ext>
            </a:extLst>
          </p:cNvPr>
          <p:cNvSpPr txBox="1"/>
          <p:nvPr/>
        </p:nvSpPr>
        <p:spPr>
          <a:xfrm>
            <a:off x="5936225" y="4579521"/>
            <a:ext cx="6098458" cy="2159566"/>
          </a:xfrm>
          <a:prstGeom prst="rect">
            <a:avLst/>
          </a:prstGeom>
          <a:noFill/>
        </p:spPr>
        <p:txBody>
          <a:bodyPr wrap="square">
            <a:spAutoFit/>
          </a:bodyPr>
          <a:lstStyle/>
          <a:p>
            <a:pPr marL="342900" lvl="0" indent="-342900" algn="just" rtl="1">
              <a:lnSpc>
                <a:spcPct val="150000"/>
              </a:lnSpc>
              <a:spcAft>
                <a:spcPts val="800"/>
              </a:spcAft>
              <a:buFont typeface="Symbol" panose="05050102010706020507" pitchFamily="18" charset="2"/>
              <a:buChar char=""/>
            </a:pPr>
            <a:r>
              <a:rPr lang="ar-SA" b="1" kern="100" dirty="0">
                <a:effectLst/>
                <a:latin typeface="Calibri" panose="020F0502020204030204" pitchFamily="34" charset="0"/>
                <a:ea typeface="Arial" panose="020B0604020202020204" pitchFamily="34" charset="0"/>
                <a:cs typeface="Simplified Arabic" panose="02020603050405020304" pitchFamily="18" charset="-78"/>
              </a:rPr>
              <a:t>المتطلبات الوظيفية الخاصة بالأخصائي:</a:t>
            </a:r>
            <a:endParaRPr lang="en-US"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AE"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الحساب الشخصي</a:t>
            </a:r>
            <a:endParaRPr lang="en-US" sz="1600"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طلبات التحاليل الطبية من خلال القيام بعمليات (تغيير حالة طلب، إضافة نتيجة لطلب التحليل، عرض قائمة طلبات التحاليل)</a:t>
            </a:r>
            <a:endParaRPr lang="en-US" sz="1600"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spcAft>
                <a:spcPts val="800"/>
              </a:spcAft>
              <a:buFont typeface="Courier New" panose="02070309020205020404" pitchFamily="49" charset="0"/>
              <a:buChar char="o"/>
            </a:pPr>
            <a:r>
              <a:rPr lang="ar-SA" sz="1600"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المقالات من خلال القيام بعمليات (إضافة، تعديل، حذف، عرض المقالات).</a:t>
            </a:r>
            <a:endParaRPr lang="en-US" sz="1600" b="1" kern="100" dirty="0">
              <a:solidFill>
                <a:srgbClr val="660033"/>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858801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gradFill>
          <a:gsLst>
            <a:gs pos="93000">
              <a:srgbClr val="FAE0CE"/>
            </a:gs>
            <a:gs pos="39286">
              <a:srgbClr val="FAE0CE"/>
            </a:gs>
            <a:gs pos="43000">
              <a:srgbClr val="FAE0CE"/>
            </a:gs>
            <a:gs pos="100000">
              <a:srgbClr val="FAE0CE"/>
            </a:gs>
            <a:gs pos="100000">
              <a:srgbClr val="845E6A"/>
            </a:gs>
            <a:gs pos="100000">
              <a:srgbClr val="845E6A"/>
            </a:gs>
          </a:gsLst>
          <a:lin ang="2700000" scaled="1"/>
        </a:gradFill>
        <a:effectLst/>
      </p:bgPr>
    </p:bg>
    <p:spTree>
      <p:nvGrpSpPr>
        <p:cNvPr id="1" name=""/>
        <p:cNvGrpSpPr/>
        <p:nvPr/>
      </p:nvGrpSpPr>
      <p:grpSpPr>
        <a:xfrm>
          <a:off x="0" y="0"/>
          <a:ext cx="0" cy="0"/>
          <a:chOff x="0" y="0"/>
          <a:chExt cx="0" cy="0"/>
        </a:xfrm>
      </p:grpSpPr>
      <p:sp>
        <p:nvSpPr>
          <p:cNvPr id="2" name="سحابة 1">
            <a:extLst>
              <a:ext uri="{FF2B5EF4-FFF2-40B4-BE49-F238E27FC236}">
                <a16:creationId xmlns:a16="http://schemas.microsoft.com/office/drawing/2014/main" id="{275393E3-7D2A-9B91-F793-AA07C8336445}"/>
              </a:ext>
            </a:extLst>
          </p:cNvPr>
          <p:cNvSpPr/>
          <p:nvPr/>
        </p:nvSpPr>
        <p:spPr>
          <a:xfrm>
            <a:off x="4779489" y="38640"/>
            <a:ext cx="3170903" cy="663677"/>
          </a:xfrm>
          <a:prstGeom prst="cloud">
            <a:avLst/>
          </a:prstGeom>
          <a:solidFill>
            <a:srgbClr val="6600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ar-AE" sz="2800" dirty="0">
                <a:solidFill>
                  <a:schemeClr val="bg1"/>
                </a:solidFill>
              </a:rPr>
              <a:t>المتطلبات العامة</a:t>
            </a:r>
            <a:endParaRPr lang="en-US" sz="2800" dirty="0">
              <a:solidFill>
                <a:schemeClr val="bg1"/>
              </a:solidFill>
            </a:endParaRPr>
          </a:p>
        </p:txBody>
      </p:sp>
      <p:sp>
        <p:nvSpPr>
          <p:cNvPr id="4" name="مربع نص 3">
            <a:extLst>
              <a:ext uri="{FF2B5EF4-FFF2-40B4-BE49-F238E27FC236}">
                <a16:creationId xmlns:a16="http://schemas.microsoft.com/office/drawing/2014/main" id="{D4D808FC-F161-504E-1B97-8C2C6FAE0698}"/>
              </a:ext>
            </a:extLst>
          </p:cNvPr>
          <p:cNvSpPr txBox="1"/>
          <p:nvPr/>
        </p:nvSpPr>
        <p:spPr>
          <a:xfrm>
            <a:off x="6093542" y="901614"/>
            <a:ext cx="6098458" cy="5664371"/>
          </a:xfrm>
          <a:prstGeom prst="rect">
            <a:avLst/>
          </a:prstGeom>
          <a:noFill/>
        </p:spPr>
        <p:txBody>
          <a:bodyPr wrap="square">
            <a:spAutoFit/>
          </a:bodyPr>
          <a:lstStyle/>
          <a:p>
            <a:pPr marL="342900" lvl="0" indent="-342900" algn="justLow" rtl="1">
              <a:lnSpc>
                <a:spcPct val="150000"/>
              </a:lnSpc>
              <a:spcAft>
                <a:spcPts val="800"/>
              </a:spcAft>
              <a:buFont typeface="Symbol" panose="05050102010706020507" pitchFamily="18" charset="2"/>
              <a:buChar char=""/>
            </a:pPr>
            <a:r>
              <a:rPr lang="ar-SA" b="1" kern="100" dirty="0">
                <a:effectLst/>
                <a:latin typeface="Calibri" panose="020F0502020204030204" pitchFamily="34" charset="0"/>
                <a:ea typeface="Arial" panose="020B0604020202020204" pitchFamily="34" charset="0"/>
                <a:cs typeface="Simplified Arabic" panose="02020603050405020304" pitchFamily="18" charset="-78"/>
              </a:rPr>
              <a:t>لمتطلبات الوظيفية الخاصة بمدير النظام:</a:t>
            </a:r>
            <a:endParaRPr lang="en-US"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AE" sz="1400" kern="100" dirty="0">
                <a:effectLst/>
                <a:latin typeface="Calibri" panose="020F0502020204030204" pitchFamily="34" charset="0"/>
                <a:ea typeface="Arial" panose="020B0604020202020204" pitchFamily="34" charset="0"/>
                <a:cs typeface="Simplified Arabic" panose="02020603050405020304" pitchFamily="18" charset="-78"/>
              </a:rPr>
              <a:t>إ</a:t>
            </a:r>
            <a:r>
              <a:rPr lang="ar-AE"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دارة الحساب الشخصي</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حسابات الأطباء من خلال القيام بعمليات (موافقة، رفض، تغيير حالة حساب، عرض قائمة الأطباء)</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حسابات الأخصائيين من خلال القيام بعمليات (موافقة، رفض، تغيير حالة حساب، عرض قائمة الأخصائيين)</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حسابات الموظفين من خلال القيام بعمليات (إضافة، تغيير حالة حساب، عرض قائمة الموظفين)</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عرض قائمة المرضى</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عرض المقالات</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عرض الاستبيانات</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عرض إحصائيات شاملة عن العمليات ضمن المركز</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spcAft>
                <a:spcPts val="800"/>
              </a:spcAft>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تصدير التقارير</a:t>
            </a:r>
            <a:endParaRPr lang="en-US" b="1" kern="100" dirty="0">
              <a:solidFill>
                <a:srgbClr val="660033"/>
              </a:solidFill>
              <a:effectLst/>
              <a:latin typeface="Calibri" panose="020F0502020204030204" pitchFamily="34" charset="0"/>
              <a:ea typeface="Calibri" panose="020F0502020204030204" pitchFamily="34" charset="0"/>
            </a:endParaRPr>
          </a:p>
        </p:txBody>
      </p:sp>
      <p:sp>
        <p:nvSpPr>
          <p:cNvPr id="6" name="مربع نص 5">
            <a:extLst>
              <a:ext uri="{FF2B5EF4-FFF2-40B4-BE49-F238E27FC236}">
                <a16:creationId xmlns:a16="http://schemas.microsoft.com/office/drawing/2014/main" id="{0F71CA95-678B-5191-007E-E521FEC70EAA}"/>
              </a:ext>
            </a:extLst>
          </p:cNvPr>
          <p:cNvSpPr txBox="1"/>
          <p:nvPr/>
        </p:nvSpPr>
        <p:spPr>
          <a:xfrm>
            <a:off x="134471" y="804562"/>
            <a:ext cx="6098458" cy="5248873"/>
          </a:xfrm>
          <a:prstGeom prst="rect">
            <a:avLst/>
          </a:prstGeom>
          <a:noFill/>
        </p:spPr>
        <p:txBody>
          <a:bodyPr wrap="square">
            <a:spAutoFit/>
          </a:bodyPr>
          <a:lstStyle/>
          <a:p>
            <a:pPr marL="342900" lvl="0" indent="-342900" algn="just" rtl="1">
              <a:lnSpc>
                <a:spcPct val="150000"/>
              </a:lnSpc>
              <a:spcAft>
                <a:spcPts val="800"/>
              </a:spcAft>
              <a:buFont typeface="Symbol" panose="05050102010706020507" pitchFamily="18" charset="2"/>
              <a:buChar char=""/>
            </a:pPr>
            <a:r>
              <a:rPr lang="ar-SA" b="1" kern="100" dirty="0">
                <a:effectLst/>
                <a:latin typeface="Calibri" panose="020F0502020204030204" pitchFamily="34" charset="0"/>
                <a:ea typeface="Arial" panose="020B0604020202020204" pitchFamily="34" charset="0"/>
                <a:cs typeface="Simplified Arabic" panose="02020603050405020304" pitchFamily="18" charset="-78"/>
              </a:rPr>
              <a:t>المتطلبات الوظيفية الخاصة بالطبيب:</a:t>
            </a:r>
            <a:endParaRPr lang="en-US"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AE"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الحساب الشخصي</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المواعيد من خلال القيام بعمليات (تغيير حالة موعد، عرض قائمة المواعيد)</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الملفات الطبية للمرضى من خلال القيام بعمليات (إضافة، تحديث، عرض الملفات الطبية)</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إضافة تشخيص للمريض</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إضافة علاج للمريض</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تحديث تشخيص</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تحديث علاج</a:t>
            </a:r>
            <a:endParaRPr lang="en-US" b="1" kern="100" dirty="0">
              <a:solidFill>
                <a:srgbClr val="660033"/>
              </a:solidFill>
              <a:effectLst/>
              <a:latin typeface="Calibri" panose="020F0502020204030204" pitchFamily="34" charset="0"/>
              <a:ea typeface="Calibri" panose="020F0502020204030204" pitchFamily="34" charset="0"/>
            </a:endParaRPr>
          </a:p>
          <a:p>
            <a:pPr marL="742950" lvl="1" indent="-285750" algn="just" rtl="1">
              <a:lnSpc>
                <a:spcPct val="150000"/>
              </a:lnSpc>
              <a:spcAft>
                <a:spcPts val="800"/>
              </a:spcAft>
              <a:buFont typeface="Courier New" panose="02070309020205020404" pitchFamily="49" charset="0"/>
              <a:buChar char="o"/>
            </a:pPr>
            <a:r>
              <a:rPr lang="ar-SA" b="1" kern="100" dirty="0">
                <a:solidFill>
                  <a:srgbClr val="660033"/>
                </a:solidFill>
                <a:effectLst/>
                <a:latin typeface="Calibri" panose="020F0502020204030204" pitchFamily="34" charset="0"/>
                <a:ea typeface="Arial" panose="020B0604020202020204" pitchFamily="34" charset="0"/>
                <a:cs typeface="Simplified Arabic" panose="02020603050405020304" pitchFamily="18" charset="-78"/>
              </a:rPr>
              <a:t>إدارة المقالات من خلال القيام بعمليات (إضافة، تعديل، حذف، عرض المقالات).</a:t>
            </a:r>
            <a:endParaRPr lang="en-US" b="1" kern="100" dirty="0">
              <a:solidFill>
                <a:srgbClr val="660033"/>
              </a:solidFill>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43003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gradFill>
          <a:gsLst>
            <a:gs pos="0">
              <a:srgbClr val="845E6A"/>
            </a:gs>
            <a:gs pos="74000">
              <a:srgbClr val="FAE0CE"/>
            </a:gs>
            <a:gs pos="91075">
              <a:srgbClr val="FAE0CE"/>
            </a:gs>
            <a:gs pos="83000">
              <a:srgbClr val="FAE0CE"/>
            </a:gs>
            <a:gs pos="100000">
              <a:schemeClr val="accent2">
                <a:lumMod val="20000"/>
                <a:lumOff val="80000"/>
              </a:schemeClr>
            </a:gs>
          </a:gsLst>
          <a:lin ang="5400000" scaled="1"/>
        </a:gradFill>
        <a:effectLst/>
      </p:bgPr>
    </p:bg>
    <p:spTree>
      <p:nvGrpSpPr>
        <p:cNvPr id="1" name=""/>
        <p:cNvGrpSpPr/>
        <p:nvPr/>
      </p:nvGrpSpPr>
      <p:grpSpPr>
        <a:xfrm>
          <a:off x="0" y="0"/>
          <a:ext cx="0" cy="0"/>
          <a:chOff x="0" y="0"/>
          <a:chExt cx="0" cy="0"/>
        </a:xfrm>
      </p:grpSpPr>
      <p:graphicFrame>
        <p:nvGraphicFramePr>
          <p:cNvPr id="7" name="جدول 6">
            <a:extLst>
              <a:ext uri="{FF2B5EF4-FFF2-40B4-BE49-F238E27FC236}">
                <a16:creationId xmlns:a16="http://schemas.microsoft.com/office/drawing/2014/main" id="{0AB02D68-34D7-47BE-5C9A-BC2D489953F0}"/>
              </a:ext>
            </a:extLst>
          </p:cNvPr>
          <p:cNvGraphicFramePr>
            <a:graphicFrameLocks noGrp="1"/>
          </p:cNvGraphicFramePr>
          <p:nvPr>
            <p:extLst>
              <p:ext uri="{D42A27DB-BD31-4B8C-83A1-F6EECF244321}">
                <p14:modId xmlns:p14="http://schemas.microsoft.com/office/powerpoint/2010/main" val="3766568088"/>
              </p:ext>
            </p:extLst>
          </p:nvPr>
        </p:nvGraphicFramePr>
        <p:xfrm>
          <a:off x="0" y="0"/>
          <a:ext cx="12192000" cy="6857995"/>
        </p:xfrm>
        <a:graphic>
          <a:graphicData uri="http://schemas.openxmlformats.org/drawingml/2006/table">
            <a:tbl>
              <a:tblPr firstRow="1" bandRow="1">
                <a:tableStyleId>{5C22544A-7EE6-4342-B048-85BDC9FD1C3A}</a:tableStyleId>
              </a:tblPr>
              <a:tblGrid>
                <a:gridCol w="1232108">
                  <a:extLst>
                    <a:ext uri="{9D8B030D-6E8A-4147-A177-3AD203B41FA5}">
                      <a16:colId xmlns:a16="http://schemas.microsoft.com/office/drawing/2014/main" val="1538957003"/>
                    </a:ext>
                  </a:extLst>
                </a:gridCol>
                <a:gridCol w="2219449">
                  <a:extLst>
                    <a:ext uri="{9D8B030D-6E8A-4147-A177-3AD203B41FA5}">
                      <a16:colId xmlns:a16="http://schemas.microsoft.com/office/drawing/2014/main" val="3101999549"/>
                    </a:ext>
                  </a:extLst>
                </a:gridCol>
                <a:gridCol w="4826390">
                  <a:extLst>
                    <a:ext uri="{9D8B030D-6E8A-4147-A177-3AD203B41FA5}">
                      <a16:colId xmlns:a16="http://schemas.microsoft.com/office/drawing/2014/main" val="1712009184"/>
                    </a:ext>
                  </a:extLst>
                </a:gridCol>
                <a:gridCol w="1596106">
                  <a:extLst>
                    <a:ext uri="{9D8B030D-6E8A-4147-A177-3AD203B41FA5}">
                      <a16:colId xmlns:a16="http://schemas.microsoft.com/office/drawing/2014/main" val="805361964"/>
                    </a:ext>
                  </a:extLst>
                </a:gridCol>
                <a:gridCol w="1340544">
                  <a:extLst>
                    <a:ext uri="{9D8B030D-6E8A-4147-A177-3AD203B41FA5}">
                      <a16:colId xmlns:a16="http://schemas.microsoft.com/office/drawing/2014/main" val="854550575"/>
                    </a:ext>
                  </a:extLst>
                </a:gridCol>
                <a:gridCol w="977403">
                  <a:extLst>
                    <a:ext uri="{9D8B030D-6E8A-4147-A177-3AD203B41FA5}">
                      <a16:colId xmlns:a16="http://schemas.microsoft.com/office/drawing/2014/main" val="2381848185"/>
                    </a:ext>
                  </a:extLst>
                </a:gridCol>
              </a:tblGrid>
              <a:tr h="327153">
                <a:tc>
                  <a:txBody>
                    <a:bodyPr/>
                    <a:lstStyle/>
                    <a:p>
                      <a:r>
                        <a:rPr lang="en-US" sz="1200" b="1" dirty="0">
                          <a:solidFill>
                            <a:schemeClr val="tx1"/>
                          </a:solidFill>
                        </a:rPr>
                        <a:t>Id    </a:t>
                      </a:r>
                    </a:p>
                  </a:txBody>
                  <a:tcPr/>
                </a:tc>
                <a:tc>
                  <a:txBody>
                    <a:bodyPr/>
                    <a:lstStyle/>
                    <a:p>
                      <a:r>
                        <a:rPr lang="en-US" sz="1200" b="1" dirty="0">
                          <a:solidFill>
                            <a:schemeClr val="tx1"/>
                          </a:solidFill>
                        </a:rPr>
                        <a:t>Title        </a:t>
                      </a:r>
                    </a:p>
                  </a:txBody>
                  <a:tcPr/>
                </a:tc>
                <a:tc>
                  <a:txBody>
                    <a:bodyPr/>
                    <a:lstStyle/>
                    <a:p>
                      <a:r>
                        <a:rPr lang="en-US" sz="1200" b="1" dirty="0">
                          <a:solidFill>
                            <a:schemeClr val="tx1"/>
                          </a:solidFill>
                        </a:rPr>
                        <a:t>Description                 </a:t>
                      </a:r>
                    </a:p>
                  </a:txBody>
                  <a:tcPr/>
                </a:tc>
                <a:tc>
                  <a:txBody>
                    <a:bodyPr/>
                    <a:lstStyle/>
                    <a:p>
                      <a:r>
                        <a:rPr lang="en-US" sz="1200" b="1" dirty="0">
                          <a:solidFill>
                            <a:schemeClr val="tx1"/>
                          </a:solidFill>
                        </a:rPr>
                        <a:t>Type  </a:t>
                      </a:r>
                    </a:p>
                  </a:txBody>
                  <a:tcPr/>
                </a:tc>
                <a:tc>
                  <a:txBody>
                    <a:bodyPr/>
                    <a:lstStyle/>
                    <a:p>
                      <a:r>
                        <a:rPr lang="en-US" sz="1200" b="1" dirty="0">
                          <a:solidFill>
                            <a:schemeClr val="tx1"/>
                          </a:solidFill>
                        </a:rPr>
                        <a:t>Priority</a:t>
                      </a:r>
                    </a:p>
                  </a:txBody>
                  <a:tcPr/>
                </a:tc>
                <a:tc>
                  <a:txBody>
                    <a:bodyPr/>
                    <a:lstStyle/>
                    <a:p>
                      <a:r>
                        <a:rPr lang="en-US" sz="1200" dirty="0">
                          <a:solidFill>
                            <a:schemeClr val="tx1"/>
                          </a:solidFill>
                        </a:rPr>
                        <a:t>Actor</a:t>
                      </a:r>
                    </a:p>
                  </a:txBody>
                  <a:tcPr/>
                </a:tc>
                <a:extLst>
                  <a:ext uri="{0D108BD9-81ED-4DB2-BD59-A6C34878D82A}">
                    <a16:rowId xmlns:a16="http://schemas.microsoft.com/office/drawing/2014/main" val="343021014"/>
                  </a:ext>
                </a:extLst>
              </a:tr>
              <a:tr h="458014">
                <a:tc>
                  <a:txBody>
                    <a:bodyPr/>
                    <a:lstStyle/>
                    <a:p>
                      <a:r>
                        <a:rPr lang="en-US" sz="1200" dirty="0"/>
                        <a:t>REQ-001</a:t>
                      </a:r>
                    </a:p>
                  </a:txBody>
                  <a:tcPr/>
                </a:tc>
                <a:tc>
                  <a:txBody>
                    <a:bodyPr/>
                    <a:lstStyle/>
                    <a:p>
                      <a:r>
                        <a:rPr lang="ar-SA" sz="1200" b="1" dirty="0"/>
                        <a:t>تسجيل الدخول </a:t>
                      </a:r>
                      <a:endParaRPr lang="en-US" sz="1200" b="1" dirty="0"/>
                    </a:p>
                  </a:txBody>
                  <a:tcPr/>
                </a:tc>
                <a:tc>
                  <a:txBody>
                    <a:bodyPr/>
                    <a:lstStyle/>
                    <a:p>
                      <a:r>
                        <a:rPr lang="ar-SA" sz="1200" b="1" dirty="0"/>
                        <a:t>تسجيل الدخول لكل مرتبة من المستخدمين وتوجيه كل مستخدم الى الصفحات الخاصة به </a:t>
                      </a:r>
                      <a:endParaRPr lang="en-US" sz="1200" b="1" dirty="0"/>
                    </a:p>
                  </a:txBody>
                  <a:tcPr/>
                </a:tc>
                <a:tc>
                  <a:txBody>
                    <a:bodyPr/>
                    <a:lstStyle/>
                    <a:p>
                      <a:r>
                        <a:rPr lang="en-US" sz="1200" dirty="0"/>
                        <a:t>Functional</a:t>
                      </a:r>
                    </a:p>
                  </a:txBody>
                  <a:tcPr/>
                </a:tc>
                <a:tc>
                  <a:txBody>
                    <a:bodyPr/>
                    <a:lstStyle/>
                    <a:p>
                      <a:r>
                        <a:rPr lang="en-US" sz="1200" dirty="0"/>
                        <a:t>1     </a:t>
                      </a:r>
                    </a:p>
                  </a:txBody>
                  <a:tcPr/>
                </a:tc>
                <a:tc>
                  <a:txBody>
                    <a:bodyPr/>
                    <a:lstStyle/>
                    <a:p>
                      <a:r>
                        <a:rPr lang="en-US" sz="1200" dirty="0"/>
                        <a:t>Admin</a:t>
                      </a:r>
                    </a:p>
                  </a:txBody>
                  <a:tcPr/>
                </a:tc>
                <a:extLst>
                  <a:ext uri="{0D108BD9-81ED-4DB2-BD59-A6C34878D82A}">
                    <a16:rowId xmlns:a16="http://schemas.microsoft.com/office/drawing/2014/main" val="4039931067"/>
                  </a:ext>
                </a:extLst>
              </a:tr>
              <a:tr h="45801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REQ-002</a:t>
                      </a:r>
                    </a:p>
                  </a:txBody>
                  <a:tcPr/>
                </a:tc>
                <a:tc>
                  <a:txBody>
                    <a:bodyPr/>
                    <a:lstStyle/>
                    <a:p>
                      <a:r>
                        <a:rPr lang="ar-SA" sz="1200" b="1" dirty="0"/>
                        <a:t>تعديل الحساب الشخصي</a:t>
                      </a:r>
                      <a:endParaRPr lang="en-US" sz="1200" b="1" dirty="0"/>
                    </a:p>
                  </a:txBody>
                  <a:tcPr/>
                </a:tc>
                <a:tc>
                  <a:txBody>
                    <a:bodyPr/>
                    <a:lstStyle/>
                    <a:p>
                      <a:r>
                        <a:rPr lang="ar-SA" sz="1200" b="1" dirty="0"/>
                        <a:t>يكون للمستخدم القدرة على تعديل بياناته الشخصية مثل البريد الالكتروني وكلمة المرور</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1     </a:t>
                      </a:r>
                    </a:p>
                  </a:txBody>
                  <a:tcPr/>
                </a:tc>
                <a:tc>
                  <a:txBody>
                    <a:bodyPr/>
                    <a:lstStyle/>
                    <a:p>
                      <a:r>
                        <a:rPr lang="en-US" sz="1200" dirty="0"/>
                        <a:t>Admin</a:t>
                      </a:r>
                    </a:p>
                  </a:txBody>
                  <a:tcPr/>
                </a:tc>
                <a:extLst>
                  <a:ext uri="{0D108BD9-81ED-4DB2-BD59-A6C34878D82A}">
                    <a16:rowId xmlns:a16="http://schemas.microsoft.com/office/drawing/2014/main" val="3485609203"/>
                  </a:ext>
                </a:extLst>
              </a:tr>
              <a:tr h="338903">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REQ-003</a:t>
                      </a:r>
                    </a:p>
                  </a:txBody>
                  <a:tcPr/>
                </a:tc>
                <a:tc>
                  <a:txBody>
                    <a:bodyPr/>
                    <a:lstStyle/>
                    <a:p>
                      <a:r>
                        <a:rPr lang="ar-SA" sz="1200" b="1" dirty="0"/>
                        <a:t>عرض الحساب الشخصي</a:t>
                      </a:r>
                      <a:endParaRPr lang="en-US" sz="1200" b="1" dirty="0"/>
                    </a:p>
                  </a:txBody>
                  <a:tcPr/>
                </a:tc>
                <a:tc>
                  <a:txBody>
                    <a:bodyPr/>
                    <a:lstStyle/>
                    <a:p>
                      <a:r>
                        <a:rPr lang="ar-SA" sz="1200" b="1" dirty="0"/>
                        <a:t>عرض معلومات الحساب الشخصي للمستخدم </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1     </a:t>
                      </a:r>
                    </a:p>
                  </a:txBody>
                  <a:tcPr/>
                </a:tc>
                <a:tc>
                  <a:txBody>
                    <a:bodyPr/>
                    <a:lstStyle/>
                    <a:p>
                      <a:r>
                        <a:rPr lang="en-US" sz="1200" dirty="0"/>
                        <a:t>Admin</a:t>
                      </a:r>
                    </a:p>
                  </a:txBody>
                  <a:tcPr/>
                </a:tc>
                <a:extLst>
                  <a:ext uri="{0D108BD9-81ED-4DB2-BD59-A6C34878D82A}">
                    <a16:rowId xmlns:a16="http://schemas.microsoft.com/office/drawing/2014/main" val="458879567"/>
                  </a:ext>
                </a:extLst>
              </a:tr>
              <a:tr h="301649">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REQ-004</a:t>
                      </a:r>
                    </a:p>
                  </a:txBody>
                  <a:tcPr/>
                </a:tc>
                <a:tc>
                  <a:txBody>
                    <a:bodyPr/>
                    <a:lstStyle/>
                    <a:p>
                      <a:r>
                        <a:rPr lang="ar-SA" sz="1200" b="1" dirty="0"/>
                        <a:t>عرض قائمة الأطباء</a:t>
                      </a:r>
                      <a:endParaRPr lang="en-US" sz="1200" b="1" dirty="0"/>
                    </a:p>
                  </a:txBody>
                  <a:tcPr/>
                </a:tc>
                <a:tc>
                  <a:txBody>
                    <a:bodyPr/>
                    <a:lstStyle/>
                    <a:p>
                      <a:r>
                        <a:rPr lang="ar-SA" sz="1200" b="1" dirty="0"/>
                        <a:t>عرض قائمة الأطباء المسجلين في المركز </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1     </a:t>
                      </a:r>
                    </a:p>
                  </a:txBody>
                  <a:tcPr/>
                </a:tc>
                <a:tc>
                  <a:txBody>
                    <a:bodyPr/>
                    <a:lstStyle/>
                    <a:p>
                      <a:r>
                        <a:rPr lang="en-US" sz="1200" dirty="0"/>
                        <a:t>Admin</a:t>
                      </a:r>
                    </a:p>
                  </a:txBody>
                  <a:tcPr/>
                </a:tc>
                <a:extLst>
                  <a:ext uri="{0D108BD9-81ED-4DB2-BD59-A6C34878D82A}">
                    <a16:rowId xmlns:a16="http://schemas.microsoft.com/office/drawing/2014/main" val="3620937470"/>
                  </a:ext>
                </a:extLst>
              </a:tr>
              <a:tr h="338903">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REQ-005</a:t>
                      </a:r>
                    </a:p>
                  </a:txBody>
                  <a:tcPr/>
                </a:tc>
                <a:tc>
                  <a:txBody>
                    <a:bodyPr/>
                    <a:lstStyle/>
                    <a:p>
                      <a:r>
                        <a:rPr lang="ar-SA" sz="1200" b="1" dirty="0"/>
                        <a:t>عرض قائمة الأخصائيين</a:t>
                      </a:r>
                      <a:endParaRPr lang="en-US" sz="1200" b="1" dirty="0"/>
                    </a:p>
                  </a:txBody>
                  <a:tcPr/>
                </a:tc>
                <a:tc>
                  <a:txBody>
                    <a:bodyPr/>
                    <a:lstStyle/>
                    <a:p>
                      <a:r>
                        <a:rPr lang="ar-SA" sz="1200" b="1" dirty="0"/>
                        <a:t>عرض قائمة  الأخصائيين في المركز </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2     </a:t>
                      </a:r>
                    </a:p>
                  </a:txBody>
                  <a:tcPr/>
                </a:tc>
                <a:tc>
                  <a:txBody>
                    <a:bodyPr/>
                    <a:lstStyle/>
                    <a:p>
                      <a:r>
                        <a:rPr lang="en-US" sz="1200" dirty="0"/>
                        <a:t>Admin</a:t>
                      </a:r>
                    </a:p>
                  </a:txBody>
                  <a:tcPr/>
                </a:tc>
                <a:extLst>
                  <a:ext uri="{0D108BD9-81ED-4DB2-BD59-A6C34878D82A}">
                    <a16:rowId xmlns:a16="http://schemas.microsoft.com/office/drawing/2014/main" val="1804218757"/>
                  </a:ext>
                </a:extLst>
              </a:tr>
              <a:tr h="301649">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REQ-006</a:t>
                      </a:r>
                    </a:p>
                  </a:txBody>
                  <a:tcPr/>
                </a:tc>
                <a:tc>
                  <a:txBody>
                    <a:bodyPr/>
                    <a:lstStyle/>
                    <a:p>
                      <a:r>
                        <a:rPr lang="ar-SA" sz="1200" b="1" dirty="0"/>
                        <a:t>عرض قائمة الموظفين</a:t>
                      </a:r>
                      <a:endParaRPr lang="en-US" sz="1200" b="1" dirty="0"/>
                    </a:p>
                  </a:txBody>
                  <a:tcPr/>
                </a:tc>
                <a:tc>
                  <a:txBody>
                    <a:bodyPr/>
                    <a:lstStyle/>
                    <a:p>
                      <a:r>
                        <a:rPr lang="ar-SA" sz="1200" b="1" dirty="0"/>
                        <a:t>عرض قائمة موظفي المركز</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2     </a:t>
                      </a:r>
                    </a:p>
                  </a:txBody>
                  <a:tcPr/>
                </a:tc>
                <a:tc>
                  <a:txBody>
                    <a:bodyPr/>
                    <a:lstStyle/>
                    <a:p>
                      <a:r>
                        <a:rPr lang="en-US" sz="1200" dirty="0"/>
                        <a:t>Admin</a:t>
                      </a:r>
                    </a:p>
                  </a:txBody>
                  <a:tcPr/>
                </a:tc>
                <a:extLst>
                  <a:ext uri="{0D108BD9-81ED-4DB2-BD59-A6C34878D82A}">
                    <a16:rowId xmlns:a16="http://schemas.microsoft.com/office/drawing/2014/main" val="4135254565"/>
                  </a:ext>
                </a:extLst>
              </a:tr>
              <a:tr h="301649">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REQ-007</a:t>
                      </a:r>
                    </a:p>
                  </a:txBody>
                  <a:tcPr/>
                </a:tc>
                <a:tc>
                  <a:txBody>
                    <a:bodyPr/>
                    <a:lstStyle/>
                    <a:p>
                      <a:r>
                        <a:rPr lang="ar-SA" sz="1200" b="1" dirty="0"/>
                        <a:t>عرض قائمة الأقسام</a:t>
                      </a:r>
                      <a:endParaRPr lang="en-US" sz="1200" b="1" dirty="0"/>
                    </a:p>
                  </a:txBody>
                  <a:tcPr/>
                </a:tc>
                <a:tc>
                  <a:txBody>
                    <a:bodyPr/>
                    <a:lstStyle/>
                    <a:p>
                      <a:r>
                        <a:rPr lang="ar-SA" sz="1200" b="1" dirty="0"/>
                        <a:t>عرض قائمة الأقسام ضمن المركز </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2     </a:t>
                      </a:r>
                    </a:p>
                  </a:txBody>
                  <a:tcPr/>
                </a:tc>
                <a:tc>
                  <a:txBody>
                    <a:bodyPr/>
                    <a:lstStyle/>
                    <a:p>
                      <a:r>
                        <a:rPr lang="en-US" sz="1200" dirty="0"/>
                        <a:t>Admin</a:t>
                      </a:r>
                    </a:p>
                  </a:txBody>
                  <a:tcPr/>
                </a:tc>
                <a:extLst>
                  <a:ext uri="{0D108BD9-81ED-4DB2-BD59-A6C34878D82A}">
                    <a16:rowId xmlns:a16="http://schemas.microsoft.com/office/drawing/2014/main" val="924004216"/>
                  </a:ext>
                </a:extLst>
              </a:tr>
              <a:tr h="301649">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REQ-008</a:t>
                      </a:r>
                    </a:p>
                  </a:txBody>
                  <a:tcPr/>
                </a:tc>
                <a:tc>
                  <a:txBody>
                    <a:bodyPr/>
                    <a:lstStyle/>
                    <a:p>
                      <a:r>
                        <a:rPr lang="ar-SA" sz="1200" b="1" dirty="0"/>
                        <a:t>عرض المقالات</a:t>
                      </a:r>
                      <a:endParaRPr lang="en-US" sz="1200" b="1" dirty="0"/>
                    </a:p>
                  </a:txBody>
                  <a:tcPr/>
                </a:tc>
                <a:tc>
                  <a:txBody>
                    <a:bodyPr/>
                    <a:lstStyle/>
                    <a:p>
                      <a:r>
                        <a:rPr lang="ar-SA" sz="1200" b="1" dirty="0"/>
                        <a:t>عرض المقالات المدرجة من قبل الأطباء أو الأخصائيين</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2     </a:t>
                      </a:r>
                    </a:p>
                  </a:txBody>
                  <a:tcPr/>
                </a:tc>
                <a:tc>
                  <a:txBody>
                    <a:bodyPr/>
                    <a:lstStyle/>
                    <a:p>
                      <a:r>
                        <a:rPr lang="en-US" sz="1200" dirty="0"/>
                        <a:t>Admin</a:t>
                      </a:r>
                    </a:p>
                  </a:txBody>
                  <a:tcPr/>
                </a:tc>
                <a:extLst>
                  <a:ext uri="{0D108BD9-81ED-4DB2-BD59-A6C34878D82A}">
                    <a16:rowId xmlns:a16="http://schemas.microsoft.com/office/drawing/2014/main" val="236837800"/>
                  </a:ext>
                </a:extLst>
              </a:tr>
              <a:tr h="301649">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REQ-009</a:t>
                      </a:r>
                    </a:p>
                  </a:txBody>
                  <a:tcPr/>
                </a:tc>
                <a:tc>
                  <a:txBody>
                    <a:bodyPr/>
                    <a:lstStyle/>
                    <a:p>
                      <a:r>
                        <a:rPr lang="ar-SA" sz="1200" b="1" dirty="0"/>
                        <a:t>عرض التقييمات</a:t>
                      </a:r>
                      <a:endParaRPr lang="en-US" sz="1200" b="1" dirty="0"/>
                    </a:p>
                  </a:txBody>
                  <a:tcPr/>
                </a:tc>
                <a:tc>
                  <a:txBody>
                    <a:bodyPr/>
                    <a:lstStyle/>
                    <a:p>
                      <a:r>
                        <a:rPr lang="ar-SA" sz="1200" b="1" dirty="0"/>
                        <a:t>عرض التقييمات المقدمة من قبل المرضى </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3     </a:t>
                      </a:r>
                    </a:p>
                  </a:txBody>
                  <a:tcPr/>
                </a:tc>
                <a:tc>
                  <a:txBody>
                    <a:bodyPr/>
                    <a:lstStyle/>
                    <a:p>
                      <a:r>
                        <a:rPr lang="en-US" sz="1200" dirty="0"/>
                        <a:t>Admin</a:t>
                      </a:r>
                    </a:p>
                  </a:txBody>
                  <a:tcPr/>
                </a:tc>
                <a:extLst>
                  <a:ext uri="{0D108BD9-81ED-4DB2-BD59-A6C34878D82A}">
                    <a16:rowId xmlns:a16="http://schemas.microsoft.com/office/drawing/2014/main" val="3041163962"/>
                  </a:ext>
                </a:extLst>
              </a:tr>
              <a:tr h="45801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REQ-010</a:t>
                      </a:r>
                    </a:p>
                  </a:txBody>
                  <a:tcPr/>
                </a:tc>
                <a:tc>
                  <a:txBody>
                    <a:bodyPr/>
                    <a:lstStyle/>
                    <a:p>
                      <a:r>
                        <a:rPr lang="ar-SA" sz="1200" b="1" dirty="0"/>
                        <a:t>عرض الاستبيانات</a:t>
                      </a:r>
                      <a:endParaRPr lang="en-US" sz="1200" b="1" dirty="0"/>
                    </a:p>
                  </a:txBody>
                  <a:tcPr/>
                </a:tc>
                <a:tc>
                  <a:txBody>
                    <a:bodyPr/>
                    <a:lstStyle/>
                    <a:p>
                      <a:r>
                        <a:rPr lang="ar-SA" sz="1200" b="1" dirty="0"/>
                        <a:t>عرض الاستبيانات المضافة من قبل الأطباء أو الأخصائيين أو الموظفين </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3     </a:t>
                      </a:r>
                    </a:p>
                  </a:txBody>
                  <a:tcPr/>
                </a:tc>
                <a:tc>
                  <a:txBody>
                    <a:bodyPr/>
                    <a:lstStyle/>
                    <a:p>
                      <a:r>
                        <a:rPr lang="en-US" sz="1200" dirty="0"/>
                        <a:t>Admin</a:t>
                      </a:r>
                    </a:p>
                  </a:txBody>
                  <a:tcPr/>
                </a:tc>
                <a:extLst>
                  <a:ext uri="{0D108BD9-81ED-4DB2-BD59-A6C34878D82A}">
                    <a16:rowId xmlns:a16="http://schemas.microsoft.com/office/drawing/2014/main" val="783777826"/>
                  </a:ext>
                </a:extLst>
              </a:tr>
              <a:tr h="301649">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REQ-011</a:t>
                      </a:r>
                    </a:p>
                  </a:txBody>
                  <a:tcPr/>
                </a:tc>
                <a:tc>
                  <a:txBody>
                    <a:bodyPr/>
                    <a:lstStyle/>
                    <a:p>
                      <a:r>
                        <a:rPr lang="ar-SA" sz="1200" b="1" dirty="0"/>
                        <a:t>استعادة كلمة المرور</a:t>
                      </a:r>
                      <a:endParaRPr lang="en-US" sz="1200" b="1" dirty="0"/>
                    </a:p>
                  </a:txBody>
                  <a:tcPr/>
                </a:tc>
                <a:tc>
                  <a:txBody>
                    <a:bodyPr/>
                    <a:lstStyle/>
                    <a:p>
                      <a:r>
                        <a:rPr lang="ar-SA" sz="1200" b="1" dirty="0"/>
                        <a:t>استعادة كلمة المرور لمستخدمي النظام بحال نسيانها</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3     </a:t>
                      </a:r>
                    </a:p>
                  </a:txBody>
                  <a:tcPr/>
                </a:tc>
                <a:tc>
                  <a:txBody>
                    <a:bodyPr/>
                    <a:lstStyle/>
                    <a:p>
                      <a:r>
                        <a:rPr lang="en-US" sz="1200" dirty="0"/>
                        <a:t>Admin</a:t>
                      </a:r>
                    </a:p>
                  </a:txBody>
                  <a:tcPr/>
                </a:tc>
                <a:extLst>
                  <a:ext uri="{0D108BD9-81ED-4DB2-BD59-A6C34878D82A}">
                    <a16:rowId xmlns:a16="http://schemas.microsoft.com/office/drawing/2014/main" val="2256876479"/>
                  </a:ext>
                </a:extLst>
              </a:tr>
              <a:tr h="36595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REQ-012</a:t>
                      </a:r>
                    </a:p>
                  </a:txBody>
                  <a:tcPr/>
                </a:tc>
                <a:tc>
                  <a:txBody>
                    <a:bodyPr/>
                    <a:lstStyle/>
                    <a:p>
                      <a:r>
                        <a:rPr lang="ar-SA" sz="1200" b="1" dirty="0"/>
                        <a:t>إدارة إعدادات النظام</a:t>
                      </a:r>
                      <a:endParaRPr lang="en-US" sz="1200" b="1" dirty="0"/>
                    </a:p>
                  </a:txBody>
                  <a:tcPr/>
                </a:tc>
                <a:tc>
                  <a:txBody>
                    <a:bodyPr/>
                    <a:lstStyle/>
                    <a:p>
                      <a:r>
                        <a:rPr lang="ar-SA" sz="1200" b="1" dirty="0"/>
                        <a:t>إدارة إعدادات النظام مثل الوضع المظلم أو مثل تغيير إعدادات طباعة الفواتير </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3     </a:t>
                      </a:r>
                    </a:p>
                  </a:txBody>
                  <a:tcPr/>
                </a:tc>
                <a:tc>
                  <a:txBody>
                    <a:bodyPr/>
                    <a:lstStyle/>
                    <a:p>
                      <a:r>
                        <a:rPr lang="en-US" sz="1200" dirty="0"/>
                        <a:t>Admin</a:t>
                      </a:r>
                    </a:p>
                  </a:txBody>
                  <a:tcPr/>
                </a:tc>
                <a:extLst>
                  <a:ext uri="{0D108BD9-81ED-4DB2-BD59-A6C34878D82A}">
                    <a16:rowId xmlns:a16="http://schemas.microsoft.com/office/drawing/2014/main" val="710358620"/>
                  </a:ext>
                </a:extLst>
              </a:tr>
              <a:tr h="308767">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REQ-013</a:t>
                      </a:r>
                    </a:p>
                  </a:txBody>
                  <a:tcPr/>
                </a:tc>
                <a:tc>
                  <a:txBody>
                    <a:bodyPr/>
                    <a:lstStyle/>
                    <a:p>
                      <a:r>
                        <a:rPr lang="ar-SA" sz="1200" b="1" dirty="0"/>
                        <a:t>عرض الإحصائيات</a:t>
                      </a:r>
                      <a:endParaRPr lang="en-US" sz="1200" b="1" dirty="0"/>
                    </a:p>
                  </a:txBody>
                  <a:tcPr/>
                </a:tc>
                <a:tc>
                  <a:txBody>
                    <a:bodyPr/>
                    <a:lstStyle/>
                    <a:p>
                      <a:r>
                        <a:rPr lang="ar-SA" sz="1200" b="1" dirty="0"/>
                        <a:t> عرض إحصائيات شاملة عن العمليات ضمن النظام</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4     </a:t>
                      </a:r>
                    </a:p>
                  </a:txBody>
                  <a:tcPr/>
                </a:tc>
                <a:tc>
                  <a:txBody>
                    <a:bodyPr/>
                    <a:lstStyle/>
                    <a:p>
                      <a:r>
                        <a:rPr lang="en-US" sz="1200" dirty="0"/>
                        <a:t>Admin</a:t>
                      </a:r>
                    </a:p>
                  </a:txBody>
                  <a:tcPr/>
                </a:tc>
                <a:extLst>
                  <a:ext uri="{0D108BD9-81ED-4DB2-BD59-A6C34878D82A}">
                    <a16:rowId xmlns:a16="http://schemas.microsoft.com/office/drawing/2014/main" val="343732230"/>
                  </a:ext>
                </a:extLst>
              </a:tr>
              <a:tr h="301649">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REQ-014</a:t>
                      </a:r>
                    </a:p>
                  </a:txBody>
                  <a:tcPr/>
                </a:tc>
                <a:tc>
                  <a:txBody>
                    <a:bodyPr/>
                    <a:lstStyle/>
                    <a:p>
                      <a:r>
                        <a:rPr lang="ar-SA" sz="1200" b="1" dirty="0"/>
                        <a:t>تصدير التقارير</a:t>
                      </a:r>
                      <a:endParaRPr lang="en-US" sz="1200" b="1" dirty="0"/>
                    </a:p>
                  </a:txBody>
                  <a:tcPr/>
                </a:tc>
                <a:tc>
                  <a:txBody>
                    <a:bodyPr/>
                    <a:lstStyle/>
                    <a:p>
                      <a:r>
                        <a:rPr lang="ar-SA" sz="1200" b="1" dirty="0"/>
                        <a:t>تصدير تقارير عن العمل النظام </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4     </a:t>
                      </a:r>
                    </a:p>
                  </a:txBody>
                  <a:tcPr/>
                </a:tc>
                <a:tc>
                  <a:txBody>
                    <a:bodyPr/>
                    <a:lstStyle/>
                    <a:p>
                      <a:r>
                        <a:rPr lang="en-US" sz="1200" dirty="0"/>
                        <a:t>Admin</a:t>
                      </a:r>
                    </a:p>
                  </a:txBody>
                  <a:tcPr/>
                </a:tc>
                <a:extLst>
                  <a:ext uri="{0D108BD9-81ED-4DB2-BD59-A6C34878D82A}">
                    <a16:rowId xmlns:a16="http://schemas.microsoft.com/office/drawing/2014/main" val="2922534272"/>
                  </a:ext>
                </a:extLst>
              </a:tr>
              <a:tr h="301649">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REQ-015</a:t>
                      </a:r>
                    </a:p>
                  </a:txBody>
                  <a:tcPr/>
                </a:tc>
                <a:tc>
                  <a:txBody>
                    <a:bodyPr/>
                    <a:lstStyle/>
                    <a:p>
                      <a:r>
                        <a:rPr lang="ar-SA" sz="1200" b="1" dirty="0"/>
                        <a:t>عرض قائمة المرضى </a:t>
                      </a:r>
                      <a:endParaRPr lang="en-US" sz="1200" b="1" dirty="0"/>
                    </a:p>
                  </a:txBody>
                  <a:tcPr/>
                </a:tc>
                <a:tc>
                  <a:txBody>
                    <a:bodyPr/>
                    <a:lstStyle/>
                    <a:p>
                      <a:r>
                        <a:rPr lang="ar-SA" sz="1200" b="1" dirty="0"/>
                        <a:t>عرض قائمة المرضى المسجلين في النظام</a:t>
                      </a:r>
                      <a:endParaRPr lang="en-US" sz="1200" b="1" dirty="0"/>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4     </a:t>
                      </a:r>
                    </a:p>
                  </a:txBody>
                  <a:tcPr/>
                </a:tc>
                <a:tc>
                  <a:txBody>
                    <a:bodyPr/>
                    <a:lstStyle/>
                    <a:p>
                      <a:r>
                        <a:rPr lang="en-US" sz="1200" dirty="0"/>
                        <a:t>Admin</a:t>
                      </a:r>
                    </a:p>
                  </a:txBody>
                  <a:tcPr/>
                </a:tc>
                <a:extLst>
                  <a:ext uri="{0D108BD9-81ED-4DB2-BD59-A6C34878D82A}">
                    <a16:rowId xmlns:a16="http://schemas.microsoft.com/office/drawing/2014/main" val="3988334182"/>
                  </a:ext>
                </a:extLst>
              </a:tr>
              <a:tr h="45801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REQ-016</a:t>
                      </a:r>
                    </a:p>
                  </a:txBody>
                  <a:tcPr/>
                </a:tc>
                <a:tc>
                  <a:txBody>
                    <a:bodyPr/>
                    <a:lstStyle/>
                    <a:p>
                      <a:r>
                        <a:rPr lang="ar-SA" sz="1200" b="1" dirty="0"/>
                        <a:t>إدارة حسابات الأطباء</a:t>
                      </a:r>
                      <a:endParaRPr lang="en-US" sz="1200" b="1" dirty="0"/>
                    </a:p>
                  </a:txBody>
                  <a:tcPr/>
                </a:tc>
                <a:tc>
                  <a:txBody>
                    <a:bodyPr/>
                    <a:lstStyle/>
                    <a:p>
                      <a:r>
                        <a:rPr lang="ar-SA" sz="1200" b="1" dirty="0"/>
                        <a:t>إدارة حسابات الأطباء المسجلين في النظام(موافقة-رفض-إلغاء تفعيل)</a:t>
                      </a:r>
                      <a:endParaRPr lang="en-US" sz="1200" b="1" dirty="0"/>
                    </a:p>
                  </a:txBody>
                  <a:tcPr>
                    <a:lnB w="12700" cmpd="sng">
                      <a:noFill/>
                    </a:lnB>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tc>
                <a:tc>
                  <a:txBody>
                    <a:bodyPr/>
                    <a:lstStyle/>
                    <a:p>
                      <a:r>
                        <a:rPr lang="en-US" sz="1200" dirty="0"/>
                        <a:t>4     </a:t>
                      </a:r>
                    </a:p>
                  </a:txBody>
                  <a:tcPr/>
                </a:tc>
                <a:tc>
                  <a:txBody>
                    <a:bodyPr/>
                    <a:lstStyle/>
                    <a:p>
                      <a:r>
                        <a:rPr lang="en-US" sz="1200" dirty="0"/>
                        <a:t>Admin</a:t>
                      </a:r>
                    </a:p>
                  </a:txBody>
                  <a:tcPr/>
                </a:tc>
                <a:extLst>
                  <a:ext uri="{0D108BD9-81ED-4DB2-BD59-A6C34878D82A}">
                    <a16:rowId xmlns:a16="http://schemas.microsoft.com/office/drawing/2014/main" val="2920298235"/>
                  </a:ext>
                </a:extLst>
              </a:tr>
              <a:tr h="458014">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REQ-017</a:t>
                      </a:r>
                    </a:p>
                  </a:txBody>
                  <a:tcPr/>
                </a:tc>
                <a:tc>
                  <a:txBody>
                    <a:bodyPr/>
                    <a:lstStyle/>
                    <a:p>
                      <a:r>
                        <a:rPr lang="ar-SA" sz="1200" b="1" dirty="0"/>
                        <a:t>إدارة حسابات الاخصائيين</a:t>
                      </a:r>
                      <a:endParaRPr lang="en-US" sz="1200" b="1" dirty="0"/>
                    </a:p>
                  </a:txBody>
                  <a:tcPr>
                    <a:lnR w="12700" cmpd="sng">
                      <a:noFill/>
                    </a:lnR>
                  </a:tcPr>
                </a:tc>
                <a:tc>
                  <a:txBody>
                    <a:bodyPr/>
                    <a:lstStyle/>
                    <a:p>
                      <a:r>
                        <a:rPr lang="ar-SA" sz="1200" b="1" dirty="0"/>
                        <a:t>إدارة حسابات الأخصائيين المسجلين في النظام(موافقة-رفض- إلغاء تفعيل)</a:t>
                      </a:r>
                      <a:endParaRPr lang="en-US" sz="1200"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lnL w="12700" cmpd="sng">
                      <a:noFill/>
                    </a:lnL>
                  </a:tcPr>
                </a:tc>
                <a:tc>
                  <a:txBody>
                    <a:bodyPr/>
                    <a:lstStyle/>
                    <a:p>
                      <a:r>
                        <a:rPr lang="en-US" sz="1200" dirty="0"/>
                        <a:t>5     </a:t>
                      </a:r>
                    </a:p>
                  </a:txBody>
                  <a:tcPr/>
                </a:tc>
                <a:tc>
                  <a:txBody>
                    <a:bodyPr/>
                    <a:lstStyle/>
                    <a:p>
                      <a:r>
                        <a:rPr lang="en-US" sz="1200" dirty="0"/>
                        <a:t>Admin</a:t>
                      </a:r>
                    </a:p>
                  </a:txBody>
                  <a:tcPr/>
                </a:tc>
                <a:extLst>
                  <a:ext uri="{0D108BD9-81ED-4DB2-BD59-A6C34878D82A}">
                    <a16:rowId xmlns:a16="http://schemas.microsoft.com/office/drawing/2014/main" val="861155468"/>
                  </a:ext>
                </a:extLst>
              </a:tr>
              <a:tr h="475053">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REQ-018</a:t>
                      </a:r>
                    </a:p>
                  </a:txBody>
                  <a:tcPr/>
                </a:tc>
                <a:tc>
                  <a:txBody>
                    <a:bodyPr/>
                    <a:lstStyle/>
                    <a:p>
                      <a:r>
                        <a:rPr lang="ar-SA" sz="1200" b="1" dirty="0"/>
                        <a:t>إدارة حسابات الموظفين</a:t>
                      </a:r>
                      <a:endParaRPr lang="en-US" sz="1200" b="1" dirty="0"/>
                    </a:p>
                  </a:txBody>
                  <a:tcPr>
                    <a:lnR w="12700" cmpd="sng">
                      <a:noFill/>
                    </a:lnR>
                  </a:tcPr>
                </a:tc>
                <a:tc>
                  <a:txBody>
                    <a:bodyPr/>
                    <a:lstStyle/>
                    <a:p>
                      <a:r>
                        <a:rPr lang="ar-SA" sz="1200" b="1" dirty="0"/>
                        <a:t>إدارة حسابات الموظفين المسجلين في النظام (موافقة –رفض- إلغاء تفعيل)</a:t>
                      </a:r>
                      <a:endParaRPr lang="en-US" sz="1200" b="1" dirty="0"/>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Functional</a:t>
                      </a:r>
                    </a:p>
                  </a:txBody>
                  <a:tcPr>
                    <a:lnL w="12700" cmpd="sng">
                      <a:noFill/>
                    </a:lnL>
                  </a:tcPr>
                </a:tc>
                <a:tc>
                  <a:txBody>
                    <a:bodyPr/>
                    <a:lstStyle/>
                    <a:p>
                      <a:r>
                        <a:rPr lang="en-US" sz="1200" dirty="0"/>
                        <a:t>5     </a:t>
                      </a:r>
                    </a:p>
                  </a:txBody>
                  <a:tcPr/>
                </a:tc>
                <a:tc>
                  <a:txBody>
                    <a:bodyPr/>
                    <a:lstStyle/>
                    <a:p>
                      <a:pPr marL="0" marR="0" lvl="0" indent="0" algn="r" defTabSz="914400" rtl="1" eaLnBrk="1" fontAlgn="auto" latinLnBrk="0" hangingPunct="1">
                        <a:lnSpc>
                          <a:spcPct val="100000"/>
                        </a:lnSpc>
                        <a:spcBef>
                          <a:spcPts val="0"/>
                        </a:spcBef>
                        <a:spcAft>
                          <a:spcPts val="0"/>
                        </a:spcAft>
                        <a:buClrTx/>
                        <a:buSzTx/>
                        <a:buFontTx/>
                        <a:buNone/>
                        <a:tabLst/>
                        <a:defRPr/>
                      </a:pPr>
                      <a:r>
                        <a:rPr lang="en-US" sz="1200" dirty="0"/>
                        <a:t>Admin</a:t>
                      </a:r>
                    </a:p>
                    <a:p>
                      <a:endParaRPr lang="en-US" sz="1200" dirty="0"/>
                    </a:p>
                  </a:txBody>
                  <a:tcPr/>
                </a:tc>
                <a:extLst>
                  <a:ext uri="{0D108BD9-81ED-4DB2-BD59-A6C34878D82A}">
                    <a16:rowId xmlns:a16="http://schemas.microsoft.com/office/drawing/2014/main" val="505457294"/>
                  </a:ext>
                </a:extLst>
              </a:tr>
            </a:tbl>
          </a:graphicData>
        </a:graphic>
      </p:graphicFrame>
    </p:spTree>
    <p:extLst>
      <p:ext uri="{BB962C8B-B14F-4D97-AF65-F5344CB8AC3E}">
        <p14:creationId xmlns:p14="http://schemas.microsoft.com/office/powerpoint/2010/main" val="26500574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صورة 2">
            <a:extLst>
              <a:ext uri="{FF2B5EF4-FFF2-40B4-BE49-F238E27FC236}">
                <a16:creationId xmlns:a16="http://schemas.microsoft.com/office/drawing/2014/main" id="{46D8A539-DC48-9766-F1F1-0BF6B5FBB8C5}"/>
              </a:ext>
            </a:extLst>
          </p:cNvPr>
          <p:cNvPicPr>
            <a:picLocks noChangeAspect="1"/>
          </p:cNvPicPr>
          <p:nvPr/>
        </p:nvPicPr>
        <p:blipFill>
          <a:blip r:embed="rId2">
            <a:extLst>
              <a:ext uri="{BEBA8EAE-BF5A-486C-A8C5-ECC9F3942E4B}">
                <a14:imgProps xmlns:a14="http://schemas.microsoft.com/office/drawing/2010/main">
                  <a14:imgLayer r:embed="rId3">
                    <a14:imgEffect>
                      <a14:artisticPhotocopy trans="79000"/>
                    </a14:imgEffect>
                  </a14:imgLayer>
                </a14:imgProps>
              </a:ext>
              <a:ext uri="{28A0092B-C50C-407E-A947-70E740481C1C}">
                <a14:useLocalDpi xmlns:a14="http://schemas.microsoft.com/office/drawing/2010/main" val="0"/>
              </a:ext>
            </a:extLst>
          </a:blip>
          <a:stretch>
            <a:fillRect/>
          </a:stretch>
        </p:blipFill>
        <p:spPr>
          <a:xfrm>
            <a:off x="38100" y="0"/>
            <a:ext cx="12192000" cy="6858000"/>
          </a:xfrm>
          <a:prstGeom prst="rect">
            <a:avLst/>
          </a:prstGeom>
          <a:effectLst>
            <a:outerShdw blurRad="241300" dist="25400" dir="9720000" algn="ctr" rotWithShape="0">
              <a:srgbClr val="000000">
                <a:alpha val="89000"/>
              </a:srgbClr>
            </a:outerShdw>
          </a:effectLst>
        </p:spPr>
      </p:pic>
      <p:pic>
        <p:nvPicPr>
          <p:cNvPr id="5" name="صورة 4">
            <a:extLst>
              <a:ext uri="{FF2B5EF4-FFF2-40B4-BE49-F238E27FC236}">
                <a16:creationId xmlns:a16="http://schemas.microsoft.com/office/drawing/2014/main" id="{6DA5B014-A371-F58E-5D16-E21583E5DE5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29354" y="541328"/>
            <a:ext cx="6297769" cy="5553012"/>
          </a:xfrm>
          <a:prstGeom prst="rect">
            <a:avLst/>
          </a:prstGeom>
          <a:ln>
            <a:noFill/>
          </a:ln>
          <a:effectLst>
            <a:outerShdw blurRad="50800" dist="50800" dir="5400000" algn="ctr" rotWithShape="0">
              <a:srgbClr val="000000">
                <a:alpha val="88000"/>
              </a:srgbClr>
            </a:outerShdw>
            <a:softEdge rad="431800"/>
          </a:effectLst>
        </p:spPr>
      </p:pic>
      <p:sp>
        <p:nvSpPr>
          <p:cNvPr id="8" name="سهم: خماسي 7">
            <a:extLst>
              <a:ext uri="{FF2B5EF4-FFF2-40B4-BE49-F238E27FC236}">
                <a16:creationId xmlns:a16="http://schemas.microsoft.com/office/drawing/2014/main" id="{4F28D77E-88DF-2D8A-E5E4-33E5CA2D8CBA}"/>
              </a:ext>
            </a:extLst>
          </p:cNvPr>
          <p:cNvSpPr/>
          <p:nvPr/>
        </p:nvSpPr>
        <p:spPr>
          <a:xfrm>
            <a:off x="0" y="2206882"/>
            <a:ext cx="4031087" cy="1700012"/>
          </a:xfrm>
          <a:prstGeom prst="homePlate">
            <a:avLst/>
          </a:prstGeom>
          <a:solidFill>
            <a:srgbClr val="845E6A"/>
          </a:solidFill>
          <a:ln>
            <a:solidFill>
              <a:srgbClr val="865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3600" dirty="0"/>
              <a:t>منهجية المشروع </a:t>
            </a:r>
          </a:p>
          <a:p>
            <a:pPr algn="ctr"/>
            <a:r>
              <a:rPr lang="ar-SA" sz="3600" dirty="0"/>
              <a:t>المنهجية التكرارية التزايدية</a:t>
            </a:r>
            <a:r>
              <a:rPr lang="ar-SY" sz="3600" dirty="0"/>
              <a:t> .</a:t>
            </a:r>
            <a:endParaRPr lang="en-US" sz="3600" dirty="0"/>
          </a:p>
        </p:txBody>
      </p:sp>
      <p:sp>
        <p:nvSpPr>
          <p:cNvPr id="2" name="شكل بيضاوي 1">
            <a:extLst>
              <a:ext uri="{FF2B5EF4-FFF2-40B4-BE49-F238E27FC236}">
                <a16:creationId xmlns:a16="http://schemas.microsoft.com/office/drawing/2014/main" id="{436704F1-4768-E0F3-40DA-39E58977BCBF}"/>
              </a:ext>
            </a:extLst>
          </p:cNvPr>
          <p:cNvSpPr/>
          <p:nvPr/>
        </p:nvSpPr>
        <p:spPr>
          <a:xfrm rot="12034702">
            <a:off x="6445045" y="800384"/>
            <a:ext cx="5235677" cy="4848248"/>
          </a:xfrm>
          <a:prstGeom prst="ellipse">
            <a:avLst/>
          </a:prstGeom>
          <a:noFill/>
          <a:ln>
            <a:solidFill>
              <a:schemeClr val="bg1">
                <a:alpha val="8000"/>
              </a:schemeClr>
            </a:solidFill>
          </a:ln>
          <a:effectLst>
            <a:outerShdw blurRad="457200" dist="50800" dir="5400000" algn="ctr" rotWithShape="0">
              <a:schemeClr val="bg1">
                <a:alpha val="5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75666245"/>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bg>
      <p:bgPr>
        <a:gradFill>
          <a:gsLst>
            <a:gs pos="93000">
              <a:srgbClr val="845E6A"/>
            </a:gs>
            <a:gs pos="39286">
              <a:srgbClr val="FAE0CE"/>
            </a:gs>
            <a:gs pos="43000">
              <a:srgbClr val="FAE0CE"/>
            </a:gs>
            <a:gs pos="100000">
              <a:srgbClr val="FAE0CE"/>
            </a:gs>
            <a:gs pos="100000">
              <a:srgbClr val="845E6A"/>
            </a:gs>
            <a:gs pos="91000">
              <a:srgbClr val="845E6A"/>
            </a:gs>
          </a:gsLst>
          <a:lin ang="2700000" scaled="1"/>
        </a:gradFill>
        <a:effectLst/>
      </p:bgPr>
    </p:bg>
    <p:spTree>
      <p:nvGrpSpPr>
        <p:cNvPr id="1" name=""/>
        <p:cNvGrpSpPr/>
        <p:nvPr/>
      </p:nvGrpSpPr>
      <p:grpSpPr>
        <a:xfrm>
          <a:off x="0" y="0"/>
          <a:ext cx="0" cy="0"/>
          <a:chOff x="0" y="0"/>
          <a:chExt cx="0" cy="0"/>
        </a:xfrm>
      </p:grpSpPr>
      <p:sp>
        <p:nvSpPr>
          <p:cNvPr id="7" name="مربع نص 6">
            <a:extLst>
              <a:ext uri="{FF2B5EF4-FFF2-40B4-BE49-F238E27FC236}">
                <a16:creationId xmlns:a16="http://schemas.microsoft.com/office/drawing/2014/main" id="{6838FCE7-9D46-3057-D22F-5182632847C0}"/>
              </a:ext>
            </a:extLst>
          </p:cNvPr>
          <p:cNvSpPr txBox="1"/>
          <p:nvPr/>
        </p:nvSpPr>
        <p:spPr>
          <a:xfrm>
            <a:off x="5117360" y="254761"/>
            <a:ext cx="2330245" cy="646331"/>
          </a:xfrm>
          <a:prstGeom prst="rect">
            <a:avLst/>
          </a:prstGeom>
          <a:noFill/>
          <a:ln>
            <a:noFill/>
          </a:ln>
          <a:effectLst>
            <a:glow rad="419100">
              <a:srgbClr val="660033">
                <a:alpha val="40000"/>
              </a:srgbClr>
            </a:glow>
            <a:outerShdw blurRad="50800" dist="38100" algn="l" rotWithShape="0">
              <a:prstClr val="black">
                <a:alpha val="40000"/>
              </a:prstClr>
            </a:outerShdw>
          </a:effectLst>
        </p:spPr>
        <p:txBody>
          <a:bodyPr wrap="square" rtlCol="0">
            <a:spAutoFit/>
          </a:bodyPr>
          <a:lstStyle/>
          <a:p>
            <a:r>
              <a:rPr lang="ar-SA" sz="3600" b="1" dirty="0">
                <a:solidFill>
                  <a:srgbClr val="660033"/>
                </a:solidFill>
                <a:effectLst>
                  <a:outerShdw blurRad="38100" dist="38100" dir="2700000" algn="tl">
                    <a:srgbClr val="000000">
                      <a:alpha val="43137"/>
                    </a:srgbClr>
                  </a:outerShdw>
                </a:effectLst>
              </a:rPr>
              <a:t>مخطط  غانت </a:t>
            </a:r>
            <a:endParaRPr lang="en-US" sz="3600" b="1" dirty="0">
              <a:solidFill>
                <a:srgbClr val="660033"/>
              </a:solidFill>
              <a:effectLst>
                <a:outerShdw blurRad="38100" dist="38100" dir="2700000" algn="tl">
                  <a:srgbClr val="000000">
                    <a:alpha val="43137"/>
                  </a:srgbClr>
                </a:outerShdw>
              </a:effectLst>
            </a:endParaRPr>
          </a:p>
        </p:txBody>
      </p:sp>
      <p:graphicFrame>
        <p:nvGraphicFramePr>
          <p:cNvPr id="2" name="مخطط 1">
            <a:extLst>
              <a:ext uri="{FF2B5EF4-FFF2-40B4-BE49-F238E27FC236}">
                <a16:creationId xmlns:a16="http://schemas.microsoft.com/office/drawing/2014/main" id="{00F5128F-0C15-DBB4-BAD5-9A4944F74439}"/>
              </a:ext>
            </a:extLst>
          </p:cNvPr>
          <p:cNvGraphicFramePr>
            <a:graphicFrameLocks/>
          </p:cNvGraphicFramePr>
          <p:nvPr>
            <p:extLst>
              <p:ext uri="{D42A27DB-BD31-4B8C-83A1-F6EECF244321}">
                <p14:modId xmlns:p14="http://schemas.microsoft.com/office/powerpoint/2010/main" val="2020210431"/>
              </p:ext>
            </p:extLst>
          </p:nvPr>
        </p:nvGraphicFramePr>
        <p:xfrm>
          <a:off x="1783216" y="1047750"/>
          <a:ext cx="8625567" cy="4762500"/>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162890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93000">
              <a:srgbClr val="845E6A"/>
            </a:gs>
            <a:gs pos="39286">
              <a:srgbClr val="FAE0CE"/>
            </a:gs>
            <a:gs pos="43000">
              <a:srgbClr val="FAE0CE"/>
            </a:gs>
            <a:gs pos="100000">
              <a:srgbClr val="FAE0CE"/>
            </a:gs>
            <a:gs pos="100000">
              <a:srgbClr val="845E6A"/>
            </a:gs>
            <a:gs pos="91000">
              <a:srgbClr val="845E6A"/>
            </a:gs>
          </a:gsLst>
          <a:lin ang="2700000" scaled="1"/>
        </a:gradFill>
        <a:effectLst/>
      </p:bgPr>
    </p:bg>
    <p:spTree>
      <p:nvGrpSpPr>
        <p:cNvPr id="1" name=""/>
        <p:cNvGrpSpPr/>
        <p:nvPr/>
      </p:nvGrpSpPr>
      <p:grpSpPr>
        <a:xfrm>
          <a:off x="0" y="0"/>
          <a:ext cx="0" cy="0"/>
          <a:chOff x="0" y="0"/>
          <a:chExt cx="0" cy="0"/>
        </a:xfrm>
      </p:grpSpPr>
      <p:sp>
        <p:nvSpPr>
          <p:cNvPr id="2" name="سحابة 1">
            <a:extLst>
              <a:ext uri="{FF2B5EF4-FFF2-40B4-BE49-F238E27FC236}">
                <a16:creationId xmlns:a16="http://schemas.microsoft.com/office/drawing/2014/main" id="{D80BE87E-0127-6EF5-DCF6-7130A65D76A7}"/>
              </a:ext>
            </a:extLst>
          </p:cNvPr>
          <p:cNvSpPr/>
          <p:nvPr/>
        </p:nvSpPr>
        <p:spPr>
          <a:xfrm>
            <a:off x="4240443" y="215688"/>
            <a:ext cx="3376246" cy="745589"/>
          </a:xfrm>
          <a:prstGeom prst="cloud">
            <a:avLst/>
          </a:prstGeom>
          <a:solidFill>
            <a:srgbClr val="845E6A"/>
          </a:solidFill>
          <a:ln>
            <a:solidFill>
              <a:srgbClr val="845E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800" dirty="0">
                <a:effectLst>
                  <a:outerShdw blurRad="38100" dist="38100" dir="2700000" algn="tl">
                    <a:srgbClr val="000000">
                      <a:alpha val="43137"/>
                    </a:srgbClr>
                  </a:outerShdw>
                </a:effectLst>
              </a:rPr>
              <a:t>معمارية المشروع</a:t>
            </a:r>
            <a:endParaRPr lang="en-US" sz="2800" dirty="0">
              <a:effectLst>
                <a:outerShdw blurRad="38100" dist="38100" dir="2700000" algn="tl">
                  <a:srgbClr val="000000">
                    <a:alpha val="43137"/>
                  </a:srgbClr>
                </a:outerShdw>
              </a:effectLst>
            </a:endParaRPr>
          </a:p>
        </p:txBody>
      </p:sp>
      <p:sp>
        <p:nvSpPr>
          <p:cNvPr id="3" name="مربع نص 2">
            <a:extLst>
              <a:ext uri="{FF2B5EF4-FFF2-40B4-BE49-F238E27FC236}">
                <a16:creationId xmlns:a16="http://schemas.microsoft.com/office/drawing/2014/main" id="{94D45D36-DA1B-E7F5-AB3E-0ADAB6960ED2}"/>
              </a:ext>
            </a:extLst>
          </p:cNvPr>
          <p:cNvSpPr txBox="1"/>
          <p:nvPr/>
        </p:nvSpPr>
        <p:spPr>
          <a:xfrm>
            <a:off x="4499429" y="1828801"/>
            <a:ext cx="6458857" cy="461665"/>
          </a:xfrm>
          <a:prstGeom prst="rect">
            <a:avLst/>
          </a:prstGeom>
          <a:noFill/>
        </p:spPr>
        <p:txBody>
          <a:bodyPr wrap="square" rtlCol="0">
            <a:spAutoFit/>
          </a:bodyPr>
          <a:lstStyle/>
          <a:p>
            <a:r>
              <a:rPr lang="ar-SA" sz="2400" b="1" dirty="0">
                <a:solidFill>
                  <a:srgbClr val="845E6A"/>
                </a:solidFill>
              </a:rPr>
              <a:t>نموذج العميل /الخادم (</a:t>
            </a:r>
            <a:r>
              <a:rPr lang="en-US" sz="2400" b="1" dirty="0">
                <a:solidFill>
                  <a:srgbClr val="845E6A"/>
                </a:solidFill>
              </a:rPr>
              <a:t>Server Model</a:t>
            </a:r>
            <a:r>
              <a:rPr lang="ar-SA" sz="2400" b="1" dirty="0">
                <a:solidFill>
                  <a:srgbClr val="845E6A"/>
                </a:solidFill>
              </a:rPr>
              <a:t>/</a:t>
            </a:r>
            <a:r>
              <a:rPr lang="en-US" sz="2400" b="1" dirty="0">
                <a:solidFill>
                  <a:srgbClr val="845E6A"/>
                </a:solidFill>
              </a:rPr>
              <a:t>(Client </a:t>
            </a:r>
          </a:p>
        </p:txBody>
      </p:sp>
      <p:sp>
        <p:nvSpPr>
          <p:cNvPr id="4" name="مربع نص 3">
            <a:extLst>
              <a:ext uri="{FF2B5EF4-FFF2-40B4-BE49-F238E27FC236}">
                <a16:creationId xmlns:a16="http://schemas.microsoft.com/office/drawing/2014/main" id="{19C3243C-BAE5-E417-D943-69C8631D2755}"/>
              </a:ext>
            </a:extLst>
          </p:cNvPr>
          <p:cNvSpPr txBox="1"/>
          <p:nvPr/>
        </p:nvSpPr>
        <p:spPr>
          <a:xfrm>
            <a:off x="2714171" y="2779188"/>
            <a:ext cx="8385238" cy="707886"/>
          </a:xfrm>
          <a:prstGeom prst="rect">
            <a:avLst/>
          </a:prstGeom>
          <a:noFill/>
        </p:spPr>
        <p:txBody>
          <a:bodyPr wrap="square" rtlCol="0">
            <a:spAutoFit/>
          </a:bodyPr>
          <a:lstStyle/>
          <a:p>
            <a:r>
              <a:rPr lang="ar-SA" sz="2000" b="1" dirty="0"/>
              <a:t>الوصف : </a:t>
            </a:r>
            <a:r>
              <a:rPr lang="ar-SA" sz="2000" dirty="0"/>
              <a:t>تطبيقات </a:t>
            </a:r>
            <a:r>
              <a:rPr lang="en-US" sz="2000" dirty="0"/>
              <a:t>PHP</a:t>
            </a:r>
            <a:r>
              <a:rPr lang="ar-SA" sz="2000" dirty="0"/>
              <a:t> تعمل على نموذج العميل /الخادم</a:t>
            </a:r>
            <a:r>
              <a:rPr lang="en-US" sz="2000" dirty="0"/>
              <a:t>  </a:t>
            </a:r>
            <a:r>
              <a:rPr lang="ar-SA" sz="2000" dirty="0"/>
              <a:t>حيث يقوم المستخدم (العميل ) بإرسال طلب الى الخادم (السيرفر) والخادم يقوم بالمعالجة هذا الطلب وإعادة الاستجابة الى العميل </a:t>
            </a:r>
          </a:p>
        </p:txBody>
      </p:sp>
      <p:sp>
        <p:nvSpPr>
          <p:cNvPr id="5" name="مربع نص 4">
            <a:extLst>
              <a:ext uri="{FF2B5EF4-FFF2-40B4-BE49-F238E27FC236}">
                <a16:creationId xmlns:a16="http://schemas.microsoft.com/office/drawing/2014/main" id="{37421379-BF07-CBF6-E251-A245F1BA4D64}"/>
              </a:ext>
            </a:extLst>
          </p:cNvPr>
          <p:cNvSpPr txBox="1"/>
          <p:nvPr/>
        </p:nvSpPr>
        <p:spPr>
          <a:xfrm>
            <a:off x="4346917" y="3768357"/>
            <a:ext cx="6752492" cy="400110"/>
          </a:xfrm>
          <a:prstGeom prst="rect">
            <a:avLst/>
          </a:prstGeom>
          <a:noFill/>
        </p:spPr>
        <p:txBody>
          <a:bodyPr wrap="square" rtlCol="0">
            <a:spAutoFit/>
          </a:bodyPr>
          <a:lstStyle/>
          <a:p>
            <a:r>
              <a:rPr lang="ar-SA" sz="2000" b="1" dirty="0"/>
              <a:t>التطبيقات </a:t>
            </a:r>
            <a:r>
              <a:rPr lang="ar-SA" sz="2000" dirty="0"/>
              <a:t>: تستخدم في إنشاء صفحات ويب ديناميكية وتفاعل المستخدم </a:t>
            </a:r>
            <a:r>
              <a:rPr lang="ar-SA" sz="2000" b="1" dirty="0"/>
              <a:t>مع النظام </a:t>
            </a:r>
            <a:endParaRPr lang="en-US" sz="2000" b="1" dirty="0"/>
          </a:p>
        </p:txBody>
      </p:sp>
      <p:pic>
        <p:nvPicPr>
          <p:cNvPr id="7" name="صورة 6">
            <a:extLst>
              <a:ext uri="{FF2B5EF4-FFF2-40B4-BE49-F238E27FC236}">
                <a16:creationId xmlns:a16="http://schemas.microsoft.com/office/drawing/2014/main" id="{101A93C2-E705-2051-4154-7126401A31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5588" y="4257184"/>
            <a:ext cx="2968282" cy="1784893"/>
          </a:xfrm>
          <a:prstGeom prst="rect">
            <a:avLst/>
          </a:prstGeom>
          <a:effectLst>
            <a:glow rad="228600">
              <a:srgbClr val="845E6A">
                <a:alpha val="40000"/>
              </a:srgbClr>
            </a:glow>
            <a:outerShdw blurRad="355600" dist="50800" dir="5400000" sx="86000" sy="86000" algn="ctr" rotWithShape="0">
              <a:srgbClr val="000000">
                <a:alpha val="48000"/>
              </a:srgbClr>
            </a:outerShdw>
            <a:softEdge rad="31750"/>
          </a:effectLst>
        </p:spPr>
      </p:pic>
    </p:spTree>
    <p:extLst>
      <p:ext uri="{BB962C8B-B14F-4D97-AF65-F5344CB8AC3E}">
        <p14:creationId xmlns:p14="http://schemas.microsoft.com/office/powerpoint/2010/main" val="2195633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a:gsLst>
            <a:gs pos="93000">
              <a:srgbClr val="845E6A"/>
            </a:gs>
            <a:gs pos="39286">
              <a:srgbClr val="FAE0CE"/>
            </a:gs>
            <a:gs pos="43000">
              <a:srgbClr val="FAE0CE"/>
            </a:gs>
            <a:gs pos="100000">
              <a:srgbClr val="FAE0CE"/>
            </a:gs>
            <a:gs pos="100000">
              <a:srgbClr val="845E6A"/>
            </a:gs>
            <a:gs pos="91000">
              <a:srgbClr val="845E6A"/>
            </a:gs>
          </a:gsLst>
          <a:lin ang="2700000" scaled="1"/>
        </a:gradFill>
        <a:effectLst/>
      </p:bgPr>
    </p:bg>
    <p:spTree>
      <p:nvGrpSpPr>
        <p:cNvPr id="1" name=""/>
        <p:cNvGrpSpPr/>
        <p:nvPr/>
      </p:nvGrpSpPr>
      <p:grpSpPr>
        <a:xfrm>
          <a:off x="0" y="0"/>
          <a:ext cx="0" cy="0"/>
          <a:chOff x="0" y="0"/>
          <a:chExt cx="0" cy="0"/>
        </a:xfrm>
      </p:grpSpPr>
      <p:sp>
        <p:nvSpPr>
          <p:cNvPr id="2" name="سحابة 1">
            <a:extLst>
              <a:ext uri="{FF2B5EF4-FFF2-40B4-BE49-F238E27FC236}">
                <a16:creationId xmlns:a16="http://schemas.microsoft.com/office/drawing/2014/main" id="{7EF37F24-BF12-F257-F2D1-74DDA2647FA1}"/>
              </a:ext>
            </a:extLst>
          </p:cNvPr>
          <p:cNvSpPr/>
          <p:nvPr/>
        </p:nvSpPr>
        <p:spPr>
          <a:xfrm>
            <a:off x="4421735" y="251607"/>
            <a:ext cx="3164114" cy="667658"/>
          </a:xfrm>
          <a:prstGeom prst="cloud">
            <a:avLst/>
          </a:prstGeom>
          <a:solidFill>
            <a:srgbClr val="845E6A"/>
          </a:solidFill>
          <a:ln>
            <a:solidFill>
              <a:srgbClr val="845E6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2800" b="1" dirty="0">
                <a:solidFill>
                  <a:schemeClr val="bg1"/>
                </a:solidFill>
              </a:rPr>
              <a:t>أدوات المشروع</a:t>
            </a:r>
            <a:endParaRPr lang="en-US" sz="2800" b="1" dirty="0">
              <a:solidFill>
                <a:schemeClr val="bg1"/>
              </a:solidFill>
            </a:endParaRPr>
          </a:p>
        </p:txBody>
      </p:sp>
      <p:sp>
        <p:nvSpPr>
          <p:cNvPr id="3" name="مربع نص 2">
            <a:extLst>
              <a:ext uri="{FF2B5EF4-FFF2-40B4-BE49-F238E27FC236}">
                <a16:creationId xmlns:a16="http://schemas.microsoft.com/office/drawing/2014/main" id="{58822CC2-D135-DE45-BCE1-B20AD84A123C}"/>
              </a:ext>
            </a:extLst>
          </p:cNvPr>
          <p:cNvSpPr txBox="1"/>
          <p:nvPr/>
        </p:nvSpPr>
        <p:spPr>
          <a:xfrm>
            <a:off x="3773715" y="1741714"/>
            <a:ext cx="3164114" cy="1323439"/>
          </a:xfrm>
          <a:prstGeom prst="rect">
            <a:avLst/>
          </a:prstGeom>
          <a:noFill/>
        </p:spPr>
        <p:txBody>
          <a:bodyPr wrap="square" rtlCol="0">
            <a:spAutoFit/>
          </a:bodyPr>
          <a:lstStyle/>
          <a:p>
            <a:r>
              <a:rPr lang="ar-SA" sz="2000" b="1" dirty="0">
                <a:solidFill>
                  <a:srgbClr val="7030A0"/>
                </a:solidFill>
              </a:rPr>
              <a:t>تتميز بكونها مكتبة مجانبة تستخدم لتسهيل تصميم واجهات الويب (</a:t>
            </a:r>
            <a:r>
              <a:rPr lang="en-US" sz="2000" b="1" dirty="0">
                <a:solidFill>
                  <a:srgbClr val="7030A0"/>
                </a:solidFill>
              </a:rPr>
              <a:t>(Frontend</a:t>
            </a:r>
            <a:r>
              <a:rPr lang="ar-SA" sz="2000" b="1" dirty="0">
                <a:solidFill>
                  <a:srgbClr val="7030A0"/>
                </a:solidFill>
              </a:rPr>
              <a:t>بشكل متجاوب مع حجم الصفحة (</a:t>
            </a:r>
            <a:r>
              <a:rPr lang="en-US" sz="2000" b="1" dirty="0">
                <a:solidFill>
                  <a:srgbClr val="7030A0"/>
                </a:solidFill>
              </a:rPr>
              <a:t>Responsive</a:t>
            </a:r>
            <a:r>
              <a:rPr lang="ar-SA" sz="2000" b="1" dirty="0">
                <a:solidFill>
                  <a:srgbClr val="7030A0"/>
                </a:solidFill>
              </a:rPr>
              <a:t>)</a:t>
            </a:r>
            <a:endParaRPr lang="en-US" sz="2000" b="1" dirty="0">
              <a:solidFill>
                <a:srgbClr val="7030A0"/>
              </a:solidFill>
            </a:endParaRPr>
          </a:p>
        </p:txBody>
      </p:sp>
      <p:pic>
        <p:nvPicPr>
          <p:cNvPr id="5" name="صورة 4">
            <a:extLst>
              <a:ext uri="{FF2B5EF4-FFF2-40B4-BE49-F238E27FC236}">
                <a16:creationId xmlns:a16="http://schemas.microsoft.com/office/drawing/2014/main" id="{3BE464D4-9089-5052-DAD1-DBDB981CF0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9372" y="1538514"/>
            <a:ext cx="1770744" cy="1323439"/>
          </a:xfrm>
          <a:prstGeom prst="rect">
            <a:avLst/>
          </a:prstGeom>
        </p:spPr>
      </p:pic>
      <p:pic>
        <p:nvPicPr>
          <p:cNvPr id="7" name="صورة 6">
            <a:extLst>
              <a:ext uri="{FF2B5EF4-FFF2-40B4-BE49-F238E27FC236}">
                <a16:creationId xmlns:a16="http://schemas.microsoft.com/office/drawing/2014/main" id="{BFDB1186-8A55-1E53-47C6-5CA472EEC7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92228" y="4034971"/>
            <a:ext cx="1567543" cy="1814285"/>
          </a:xfrm>
          <a:prstGeom prst="rect">
            <a:avLst/>
          </a:prstGeom>
        </p:spPr>
      </p:pic>
      <p:pic>
        <p:nvPicPr>
          <p:cNvPr id="9" name="صورة 8">
            <a:extLst>
              <a:ext uri="{FF2B5EF4-FFF2-40B4-BE49-F238E27FC236}">
                <a16:creationId xmlns:a16="http://schemas.microsoft.com/office/drawing/2014/main" id="{4DF64622-4BA2-D739-7C5A-D893D6ED1AC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73715" y="4107541"/>
            <a:ext cx="1683657" cy="1669143"/>
          </a:xfrm>
          <a:prstGeom prst="rect">
            <a:avLst/>
          </a:prstGeom>
        </p:spPr>
      </p:pic>
      <p:sp>
        <p:nvSpPr>
          <p:cNvPr id="10" name="مربع نص 9">
            <a:extLst>
              <a:ext uri="{FF2B5EF4-FFF2-40B4-BE49-F238E27FC236}">
                <a16:creationId xmlns:a16="http://schemas.microsoft.com/office/drawing/2014/main" id="{FE6E06EE-4812-4835-5BC8-D1440636D916}"/>
              </a:ext>
            </a:extLst>
          </p:cNvPr>
          <p:cNvSpPr txBox="1"/>
          <p:nvPr/>
        </p:nvSpPr>
        <p:spPr>
          <a:xfrm>
            <a:off x="6792687" y="4506852"/>
            <a:ext cx="3164113" cy="1015663"/>
          </a:xfrm>
          <a:prstGeom prst="rect">
            <a:avLst/>
          </a:prstGeom>
          <a:noFill/>
        </p:spPr>
        <p:txBody>
          <a:bodyPr wrap="square" rtlCol="0">
            <a:spAutoFit/>
          </a:bodyPr>
          <a:lstStyle/>
          <a:p>
            <a:r>
              <a:rPr lang="ar-SA" sz="2000" b="1" dirty="0">
                <a:solidFill>
                  <a:schemeClr val="accent1">
                    <a:lumMod val="75000"/>
                  </a:schemeClr>
                </a:solidFill>
              </a:rPr>
              <a:t>تتميز بالسهولة بالإضافة الى إمكانية استخدامها في مشاريع متعددة في مختلف مجالاتها</a:t>
            </a:r>
            <a:endParaRPr lang="en-US" sz="2000" b="1" dirty="0">
              <a:solidFill>
                <a:schemeClr val="accent1">
                  <a:lumMod val="75000"/>
                </a:schemeClr>
              </a:solidFill>
            </a:endParaRPr>
          </a:p>
        </p:txBody>
      </p:sp>
      <p:sp>
        <p:nvSpPr>
          <p:cNvPr id="11" name="مربع نص 10">
            <a:extLst>
              <a:ext uri="{FF2B5EF4-FFF2-40B4-BE49-F238E27FC236}">
                <a16:creationId xmlns:a16="http://schemas.microsoft.com/office/drawing/2014/main" id="{4A9A88D3-4534-0B0B-5FCD-6966E0A3184B}"/>
              </a:ext>
            </a:extLst>
          </p:cNvPr>
          <p:cNvSpPr txBox="1"/>
          <p:nvPr/>
        </p:nvSpPr>
        <p:spPr>
          <a:xfrm>
            <a:off x="870857" y="4407073"/>
            <a:ext cx="2206172" cy="1323439"/>
          </a:xfrm>
          <a:prstGeom prst="rect">
            <a:avLst/>
          </a:prstGeom>
          <a:noFill/>
        </p:spPr>
        <p:txBody>
          <a:bodyPr wrap="square" rtlCol="0">
            <a:spAutoFit/>
          </a:bodyPr>
          <a:lstStyle/>
          <a:p>
            <a:r>
              <a:rPr lang="ar-SA" sz="2000" b="1" dirty="0">
                <a:solidFill>
                  <a:srgbClr val="0070C0"/>
                </a:solidFill>
              </a:rPr>
              <a:t>تتميز بالمرونة ودعم التوسع المستقبلي إضافة إلى سهولة الاستخدام وأمان البيانات </a:t>
            </a:r>
            <a:endParaRPr lang="en-US" sz="2000" b="1" dirty="0">
              <a:solidFill>
                <a:srgbClr val="0070C0"/>
              </a:solidFill>
            </a:endParaRPr>
          </a:p>
        </p:txBody>
      </p:sp>
    </p:spTree>
    <p:extLst>
      <p:ext uri="{BB962C8B-B14F-4D97-AF65-F5344CB8AC3E}">
        <p14:creationId xmlns:p14="http://schemas.microsoft.com/office/powerpoint/2010/main" val="3202388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a:gsLst>
            <a:gs pos="93000">
              <a:srgbClr val="845E6A"/>
            </a:gs>
            <a:gs pos="39286">
              <a:srgbClr val="FAE0CE"/>
            </a:gs>
            <a:gs pos="43000">
              <a:srgbClr val="FAE0CE"/>
            </a:gs>
            <a:gs pos="100000">
              <a:srgbClr val="FAE0CE"/>
            </a:gs>
            <a:gs pos="100000">
              <a:srgbClr val="845E6A"/>
            </a:gs>
            <a:gs pos="91000">
              <a:srgbClr val="845E6A"/>
            </a:gs>
          </a:gsLst>
          <a:lin ang="2700000" scaled="1"/>
        </a:gradFill>
        <a:effectLst/>
      </p:bgPr>
    </p:bg>
    <p:spTree>
      <p:nvGrpSpPr>
        <p:cNvPr id="1" name=""/>
        <p:cNvGrpSpPr/>
        <p:nvPr/>
      </p:nvGrpSpPr>
      <p:grpSpPr>
        <a:xfrm>
          <a:off x="0" y="0"/>
          <a:ext cx="0" cy="0"/>
          <a:chOff x="0" y="0"/>
          <a:chExt cx="0" cy="0"/>
        </a:xfrm>
      </p:grpSpPr>
      <p:sp>
        <p:nvSpPr>
          <p:cNvPr id="6" name="فقاعة التفكير: على شكل سحابة 5">
            <a:extLst>
              <a:ext uri="{FF2B5EF4-FFF2-40B4-BE49-F238E27FC236}">
                <a16:creationId xmlns:a16="http://schemas.microsoft.com/office/drawing/2014/main" id="{C4F3CD45-730B-0225-71CE-C40DDDEBE515}"/>
              </a:ext>
            </a:extLst>
          </p:cNvPr>
          <p:cNvSpPr/>
          <p:nvPr/>
        </p:nvSpPr>
        <p:spPr>
          <a:xfrm>
            <a:off x="609599" y="1553029"/>
            <a:ext cx="4064001" cy="2601685"/>
          </a:xfrm>
          <a:prstGeom prst="cloudCallout">
            <a:avLst/>
          </a:prstGeom>
          <a:solidFill>
            <a:srgbClr val="865C7A"/>
          </a:solidFill>
          <a:ln>
            <a:solidFill>
              <a:srgbClr val="865C7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SA" sz="3200" b="1" dirty="0">
                <a:solidFill>
                  <a:srgbClr val="FAE0CE"/>
                </a:solidFill>
              </a:rPr>
              <a:t>مخطط حالات الاستخدام للمشروع بصورة عامة </a:t>
            </a:r>
            <a:endParaRPr lang="en-US" sz="3200" b="1" dirty="0">
              <a:solidFill>
                <a:srgbClr val="FAE0CE"/>
              </a:solidFill>
            </a:endParaRPr>
          </a:p>
        </p:txBody>
      </p:sp>
      <p:pic>
        <p:nvPicPr>
          <p:cNvPr id="2" name="صورة 1">
            <a:extLst>
              <a:ext uri="{FF2B5EF4-FFF2-40B4-BE49-F238E27FC236}">
                <a16:creationId xmlns:a16="http://schemas.microsoft.com/office/drawing/2014/main" id="{4E1A86DE-F130-7220-CA43-978FB8B9DE51}"/>
              </a:ext>
            </a:extLst>
          </p:cNvPr>
          <p:cNvPicPr>
            <a:picLocks noChangeAspect="1"/>
          </p:cNvPicPr>
          <p:nvPr/>
        </p:nvPicPr>
        <p:blipFill>
          <a:blip r:embed="rId2"/>
          <a:stretch>
            <a:fillRect/>
          </a:stretch>
        </p:blipFill>
        <p:spPr>
          <a:xfrm>
            <a:off x="5208494" y="277907"/>
            <a:ext cx="6508377" cy="6230470"/>
          </a:xfrm>
          <a:prstGeom prst="rect">
            <a:avLst/>
          </a:prstGeom>
        </p:spPr>
      </p:pic>
    </p:spTree>
    <p:extLst>
      <p:ext uri="{BB962C8B-B14F-4D97-AF65-F5344CB8AC3E}">
        <p14:creationId xmlns:p14="http://schemas.microsoft.com/office/powerpoint/2010/main" val="23527189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gradFill>
          <a:gsLst>
            <a:gs pos="93000">
              <a:srgbClr val="845E6A"/>
            </a:gs>
            <a:gs pos="39286">
              <a:srgbClr val="FAE0CE"/>
            </a:gs>
            <a:gs pos="43000">
              <a:srgbClr val="FAE0CE"/>
            </a:gs>
            <a:gs pos="100000">
              <a:srgbClr val="FAE0CE"/>
            </a:gs>
            <a:gs pos="100000">
              <a:srgbClr val="845E6A"/>
            </a:gs>
            <a:gs pos="91000">
              <a:srgbClr val="845E6A"/>
            </a:gs>
          </a:gsLst>
          <a:lin ang="2700000" scaled="1"/>
        </a:gradFill>
        <a:effectLst/>
      </p:bgPr>
    </p:bg>
    <p:spTree>
      <p:nvGrpSpPr>
        <p:cNvPr id="1" name=""/>
        <p:cNvGrpSpPr/>
        <p:nvPr/>
      </p:nvGrpSpPr>
      <p:grpSpPr>
        <a:xfrm>
          <a:off x="0" y="0"/>
          <a:ext cx="0" cy="0"/>
          <a:chOff x="0" y="0"/>
          <a:chExt cx="0" cy="0"/>
        </a:xfrm>
      </p:grpSpPr>
      <p:sp>
        <p:nvSpPr>
          <p:cNvPr id="2" name="سحابة 1">
            <a:extLst>
              <a:ext uri="{FF2B5EF4-FFF2-40B4-BE49-F238E27FC236}">
                <a16:creationId xmlns:a16="http://schemas.microsoft.com/office/drawing/2014/main" id="{2F5682C3-D516-5EAF-A1CD-656D033D093E}"/>
              </a:ext>
            </a:extLst>
          </p:cNvPr>
          <p:cNvSpPr/>
          <p:nvPr/>
        </p:nvSpPr>
        <p:spPr>
          <a:xfrm>
            <a:off x="3642850" y="206477"/>
            <a:ext cx="4468762" cy="693174"/>
          </a:xfrm>
          <a:prstGeom prst="cloud">
            <a:avLst/>
          </a:prstGeom>
          <a:solidFill>
            <a:srgbClr val="66003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2000" b="1" dirty="0"/>
              <a:t>توصيف متطلب تصدير التقارير</a:t>
            </a:r>
            <a:endParaRPr lang="en-US" sz="2000" b="1" dirty="0"/>
          </a:p>
        </p:txBody>
      </p:sp>
      <p:graphicFrame>
        <p:nvGraphicFramePr>
          <p:cNvPr id="3" name="جدول 2">
            <a:extLst>
              <a:ext uri="{FF2B5EF4-FFF2-40B4-BE49-F238E27FC236}">
                <a16:creationId xmlns:a16="http://schemas.microsoft.com/office/drawing/2014/main" id="{92648EA8-C68B-0840-B54D-F74AC0EEBCAA}"/>
              </a:ext>
            </a:extLst>
          </p:cNvPr>
          <p:cNvGraphicFramePr>
            <a:graphicFrameLocks noGrp="1"/>
          </p:cNvGraphicFramePr>
          <p:nvPr>
            <p:extLst>
              <p:ext uri="{D42A27DB-BD31-4B8C-83A1-F6EECF244321}">
                <p14:modId xmlns:p14="http://schemas.microsoft.com/office/powerpoint/2010/main" val="3047819862"/>
              </p:ext>
            </p:extLst>
          </p:nvPr>
        </p:nvGraphicFramePr>
        <p:xfrm>
          <a:off x="2138516" y="1681316"/>
          <a:ext cx="7832096" cy="3490561"/>
        </p:xfrm>
        <a:graphic>
          <a:graphicData uri="http://schemas.openxmlformats.org/drawingml/2006/table">
            <a:tbl>
              <a:tblPr rtl="1" firstRow="1" firstCol="1" bandRow="1"/>
              <a:tblGrid>
                <a:gridCol w="1970294">
                  <a:extLst>
                    <a:ext uri="{9D8B030D-6E8A-4147-A177-3AD203B41FA5}">
                      <a16:colId xmlns:a16="http://schemas.microsoft.com/office/drawing/2014/main" val="1113270677"/>
                    </a:ext>
                  </a:extLst>
                </a:gridCol>
                <a:gridCol w="5861802">
                  <a:extLst>
                    <a:ext uri="{9D8B030D-6E8A-4147-A177-3AD203B41FA5}">
                      <a16:colId xmlns:a16="http://schemas.microsoft.com/office/drawing/2014/main" val="947632614"/>
                    </a:ext>
                  </a:extLst>
                </a:gridCol>
              </a:tblGrid>
              <a:tr h="349411">
                <a:tc>
                  <a:txBody>
                    <a:bodyPr/>
                    <a:lstStyle/>
                    <a:p>
                      <a:pPr algn="r" rtl="1">
                        <a:lnSpc>
                          <a:spcPct val="115000"/>
                        </a:lnSpc>
                        <a:spcAft>
                          <a:spcPts val="800"/>
                        </a:spcAft>
                      </a:pPr>
                      <a:r>
                        <a:rPr lang="ar-AE" sz="1600" b="1"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المعرف</a:t>
                      </a:r>
                      <a:endParaRPr lang="en-US" sz="1600" b="1" kern="100" dirty="0">
                        <a:solidFill>
                          <a:srgbClr val="000080"/>
                        </a:solidFill>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15000"/>
                        </a:lnSpc>
                        <a:spcAft>
                          <a:spcPts val="800"/>
                        </a:spcAft>
                      </a:pPr>
                      <a:r>
                        <a:rPr lang="en-US" sz="1600" b="1"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REQ-014</a:t>
                      </a:r>
                      <a:endParaRPr lang="en-US" sz="1600" b="1" kern="100" dirty="0">
                        <a:solidFill>
                          <a:srgbClr val="000080"/>
                        </a:solidFill>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420394652"/>
                  </a:ext>
                </a:extLst>
              </a:tr>
              <a:tr h="363168">
                <a:tc>
                  <a:txBody>
                    <a:bodyPr/>
                    <a:lstStyle/>
                    <a:p>
                      <a:pPr algn="r" rtl="1">
                        <a:lnSpc>
                          <a:spcPct val="115000"/>
                        </a:lnSpc>
                        <a:spcAft>
                          <a:spcPts val="800"/>
                        </a:spcAft>
                      </a:pPr>
                      <a:r>
                        <a:rPr lang="ar-SA" sz="1600" b="1" kern="100">
                          <a:solidFill>
                            <a:srgbClr val="000000"/>
                          </a:solidFill>
                          <a:effectLst/>
                          <a:latin typeface="Calibri" panose="020F0502020204030204" pitchFamily="34" charset="0"/>
                          <a:ea typeface="Arial" panose="020B0604020202020204" pitchFamily="34" charset="0"/>
                          <a:cs typeface="Simplified Arabic" panose="02020603050405020304" pitchFamily="18" charset="-78"/>
                        </a:rPr>
                        <a:t>حالة الاستخدام</a:t>
                      </a:r>
                      <a:endParaRPr lang="en-US" sz="1600" b="1" kern="100">
                        <a:solidFill>
                          <a:srgbClr val="000080"/>
                        </a:solidFill>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15000"/>
                        </a:lnSpc>
                        <a:spcAft>
                          <a:spcPts val="800"/>
                        </a:spcAft>
                      </a:pPr>
                      <a:r>
                        <a:rPr lang="ar-AE" sz="1600" b="1" kern="100">
                          <a:solidFill>
                            <a:srgbClr val="000000"/>
                          </a:solidFill>
                          <a:effectLst/>
                          <a:latin typeface="Calibri" panose="020F0502020204030204" pitchFamily="34" charset="0"/>
                          <a:ea typeface="Arial" panose="020B0604020202020204" pitchFamily="34" charset="0"/>
                          <a:cs typeface="Simplified Arabic" panose="02020603050405020304" pitchFamily="18" charset="-78"/>
                        </a:rPr>
                        <a:t>تصدير التقارير</a:t>
                      </a:r>
                      <a:endParaRPr lang="en-US" sz="1600" b="1" kern="100">
                        <a:solidFill>
                          <a:srgbClr val="000080"/>
                        </a:solidFill>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0511158"/>
                  </a:ext>
                </a:extLst>
              </a:tr>
              <a:tr h="363168">
                <a:tc>
                  <a:txBody>
                    <a:bodyPr/>
                    <a:lstStyle/>
                    <a:p>
                      <a:pPr algn="r" rtl="1">
                        <a:lnSpc>
                          <a:spcPct val="115000"/>
                        </a:lnSpc>
                        <a:spcAft>
                          <a:spcPts val="800"/>
                        </a:spcAft>
                      </a:pPr>
                      <a:r>
                        <a:rPr lang="ar-SA" sz="1600" b="1" kern="100">
                          <a:solidFill>
                            <a:srgbClr val="000000"/>
                          </a:solidFill>
                          <a:effectLst/>
                          <a:latin typeface="Calibri" panose="020F0502020204030204" pitchFamily="34" charset="0"/>
                          <a:ea typeface="Arial" panose="020B0604020202020204" pitchFamily="34" charset="0"/>
                          <a:cs typeface="Simplified Arabic" panose="02020603050405020304" pitchFamily="18" charset="-78"/>
                        </a:rPr>
                        <a:t>وصف موجز</a:t>
                      </a:r>
                      <a:endParaRPr lang="en-US" sz="1600" b="1" kern="100">
                        <a:solidFill>
                          <a:srgbClr val="000080"/>
                        </a:solidFill>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15000"/>
                        </a:lnSpc>
                        <a:spcAft>
                          <a:spcPts val="800"/>
                        </a:spcAft>
                      </a:pPr>
                      <a:r>
                        <a:rPr lang="ar-AE" sz="1600" b="1" kern="100" dirty="0">
                          <a:solidFill>
                            <a:srgbClr val="000000"/>
                          </a:solidFill>
                          <a:effectLst/>
                          <a:latin typeface="Calibri" panose="020F0502020204030204" pitchFamily="34" charset="0"/>
                          <a:ea typeface="Arial" panose="020B0604020202020204" pitchFamily="34" charset="0"/>
                          <a:cs typeface="Simplified Arabic" panose="02020603050405020304" pitchFamily="18" charset="-78"/>
                        </a:rPr>
                        <a:t>تصدير التقارير عن عمل النظام</a:t>
                      </a:r>
                      <a:endParaRPr lang="en-US" sz="1600" b="1" kern="100" dirty="0">
                        <a:solidFill>
                          <a:srgbClr val="000080"/>
                        </a:solidFill>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13818779"/>
                  </a:ext>
                </a:extLst>
              </a:tr>
              <a:tr h="363168">
                <a:tc>
                  <a:txBody>
                    <a:bodyPr/>
                    <a:lstStyle/>
                    <a:p>
                      <a:pPr algn="r" rtl="1">
                        <a:lnSpc>
                          <a:spcPct val="115000"/>
                        </a:lnSpc>
                        <a:spcAft>
                          <a:spcPts val="800"/>
                        </a:spcAft>
                      </a:pPr>
                      <a:r>
                        <a:rPr lang="ar-SA" sz="1600" b="1" kern="100">
                          <a:solidFill>
                            <a:srgbClr val="000000"/>
                          </a:solidFill>
                          <a:effectLst/>
                          <a:latin typeface="Calibri" panose="020F0502020204030204" pitchFamily="34" charset="0"/>
                          <a:ea typeface="Arial" panose="020B0604020202020204" pitchFamily="34" charset="0"/>
                          <a:cs typeface="Simplified Arabic" panose="02020603050405020304" pitchFamily="18" charset="-78"/>
                        </a:rPr>
                        <a:t>اللاعبون </a:t>
                      </a:r>
                      <a:r>
                        <a:rPr lang="en-US" sz="1600" b="1" kern="100">
                          <a:solidFill>
                            <a:srgbClr val="000000"/>
                          </a:solidFill>
                          <a:effectLst/>
                          <a:latin typeface="Simplified Arabic" panose="02020603050405020304" pitchFamily="18" charset="-78"/>
                          <a:ea typeface="Arial" panose="020B0604020202020204" pitchFamily="34" charset="0"/>
                          <a:cs typeface="Arial" panose="020B0604020202020204" pitchFamily="34" charset="0"/>
                        </a:rPr>
                        <a:t>Actors</a:t>
                      </a:r>
                      <a:endParaRPr lang="en-US" sz="1600" b="1" kern="100">
                        <a:solidFill>
                          <a:srgbClr val="000080"/>
                        </a:solidFill>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15000"/>
                        </a:lnSpc>
                        <a:spcAft>
                          <a:spcPts val="800"/>
                        </a:spcAft>
                      </a:pPr>
                      <a:r>
                        <a:rPr lang="ar-AE" sz="1600" b="1" kern="100">
                          <a:solidFill>
                            <a:srgbClr val="000000"/>
                          </a:solidFill>
                          <a:effectLst/>
                          <a:latin typeface="Calibri" panose="020F0502020204030204" pitchFamily="34" charset="0"/>
                          <a:ea typeface="Arial" panose="020B0604020202020204" pitchFamily="34" charset="0"/>
                          <a:cs typeface="Simplified Arabic" panose="02020603050405020304" pitchFamily="18" charset="-78"/>
                        </a:rPr>
                        <a:t>المشرف</a:t>
                      </a:r>
                      <a:endParaRPr lang="en-US" sz="1600" b="1" kern="100">
                        <a:solidFill>
                          <a:srgbClr val="000080"/>
                        </a:solidFill>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41509933"/>
                  </a:ext>
                </a:extLst>
              </a:tr>
              <a:tr h="363168">
                <a:tc>
                  <a:txBody>
                    <a:bodyPr/>
                    <a:lstStyle/>
                    <a:p>
                      <a:pPr algn="r" rtl="1">
                        <a:lnSpc>
                          <a:spcPct val="115000"/>
                        </a:lnSpc>
                        <a:spcAft>
                          <a:spcPts val="800"/>
                        </a:spcAft>
                      </a:pPr>
                      <a:r>
                        <a:rPr lang="ar-SA" sz="1600" b="1" kern="100">
                          <a:solidFill>
                            <a:srgbClr val="000000"/>
                          </a:solidFill>
                          <a:effectLst/>
                          <a:latin typeface="Calibri" panose="020F0502020204030204" pitchFamily="34" charset="0"/>
                          <a:ea typeface="Arial" panose="020B0604020202020204" pitchFamily="34" charset="0"/>
                          <a:cs typeface="Simplified Arabic" panose="02020603050405020304" pitchFamily="18" charset="-78"/>
                        </a:rPr>
                        <a:t>الشروط السابقة</a:t>
                      </a:r>
                      <a:endParaRPr lang="en-US" sz="1600" b="1" kern="100">
                        <a:solidFill>
                          <a:srgbClr val="000080"/>
                        </a:solidFill>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r" rtl="1">
                        <a:lnSpc>
                          <a:spcPct val="115000"/>
                        </a:lnSpc>
                        <a:spcAft>
                          <a:spcPts val="800"/>
                        </a:spcAft>
                        <a:buClr>
                          <a:srgbClr val="000000"/>
                        </a:buClr>
                        <a:buFont typeface="Simplified Arabic" panose="02020603050405020304" pitchFamily="18" charset="-78"/>
                        <a:buChar char="-"/>
                      </a:pPr>
                      <a:r>
                        <a:rPr lang="ar-AE" sz="1600" b="1" kern="100">
                          <a:solidFill>
                            <a:srgbClr val="000000"/>
                          </a:solidFill>
                          <a:effectLst/>
                          <a:latin typeface="Calibri" panose="020F0502020204030204" pitchFamily="34" charset="0"/>
                          <a:ea typeface="Arial" panose="020B0604020202020204" pitchFamily="34" charset="0"/>
                          <a:cs typeface="Simplified Arabic" panose="02020603050405020304" pitchFamily="18" charset="-78"/>
                        </a:rPr>
                        <a:t>تسجيل الدخول</a:t>
                      </a:r>
                      <a:endParaRPr lang="en-US" sz="1600" b="1" kern="100">
                        <a:solidFill>
                          <a:srgbClr val="000080"/>
                        </a:solidFill>
                        <a:effectLst/>
                        <a:latin typeface="Calibri" panose="020F0502020204030204" pitchFamily="34" charset="0"/>
                        <a:ea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97162405"/>
                  </a:ext>
                </a:extLst>
              </a:tr>
              <a:tr h="363168">
                <a:tc>
                  <a:txBody>
                    <a:bodyPr/>
                    <a:lstStyle/>
                    <a:p>
                      <a:pPr algn="r" rtl="1">
                        <a:lnSpc>
                          <a:spcPct val="115000"/>
                        </a:lnSpc>
                        <a:spcAft>
                          <a:spcPts val="800"/>
                        </a:spcAft>
                      </a:pPr>
                      <a:r>
                        <a:rPr lang="ar-SA" sz="1600" b="1" kern="100">
                          <a:solidFill>
                            <a:srgbClr val="000000"/>
                          </a:solidFill>
                          <a:effectLst/>
                          <a:latin typeface="Calibri" panose="020F0502020204030204" pitchFamily="34" charset="0"/>
                          <a:ea typeface="Arial" panose="020B0604020202020204" pitchFamily="34" charset="0"/>
                          <a:cs typeface="Simplified Arabic" panose="02020603050405020304" pitchFamily="18" charset="-78"/>
                        </a:rPr>
                        <a:t>الشروط اللاحقة</a:t>
                      </a:r>
                      <a:endParaRPr lang="en-US" sz="1600" b="1" kern="100">
                        <a:solidFill>
                          <a:srgbClr val="000080"/>
                        </a:solidFill>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r" rtl="1">
                        <a:lnSpc>
                          <a:spcPct val="115000"/>
                        </a:lnSpc>
                        <a:spcAft>
                          <a:spcPts val="800"/>
                        </a:spcAft>
                      </a:pPr>
                      <a:r>
                        <a:rPr lang="ar-AE" sz="1600" b="1" kern="100">
                          <a:solidFill>
                            <a:srgbClr val="000000"/>
                          </a:solidFill>
                          <a:effectLst/>
                          <a:latin typeface="Calibri" panose="020F0502020204030204" pitchFamily="34" charset="0"/>
                          <a:ea typeface="Arial" panose="020B0604020202020204" pitchFamily="34" charset="0"/>
                          <a:cs typeface="Simplified Arabic" panose="02020603050405020304" pitchFamily="18" charset="-78"/>
                        </a:rPr>
                        <a:t>إتمام العملية بنجاح</a:t>
                      </a:r>
                      <a:endParaRPr lang="en-US" sz="1600" b="1" kern="100">
                        <a:solidFill>
                          <a:srgbClr val="000080"/>
                        </a:solidFill>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83345519"/>
                  </a:ext>
                </a:extLst>
              </a:tr>
              <a:tr h="1325310">
                <a:tc>
                  <a:txBody>
                    <a:bodyPr/>
                    <a:lstStyle/>
                    <a:p>
                      <a:pPr algn="r" rtl="1">
                        <a:lnSpc>
                          <a:spcPct val="115000"/>
                        </a:lnSpc>
                        <a:spcAft>
                          <a:spcPts val="800"/>
                        </a:spcAft>
                      </a:pPr>
                      <a:r>
                        <a:rPr lang="ar-SA" sz="1600" b="1" kern="100">
                          <a:solidFill>
                            <a:srgbClr val="000000"/>
                          </a:solidFill>
                          <a:effectLst/>
                          <a:latin typeface="Calibri" panose="020F0502020204030204" pitchFamily="34" charset="0"/>
                          <a:ea typeface="Arial" panose="020B0604020202020204" pitchFamily="34" charset="0"/>
                          <a:cs typeface="Simplified Arabic" panose="02020603050405020304" pitchFamily="18" charset="-78"/>
                        </a:rPr>
                        <a:t>التدفق الرئيسي</a:t>
                      </a:r>
                      <a:endParaRPr lang="en-US" sz="1600" b="1" kern="100">
                        <a:solidFill>
                          <a:srgbClr val="000080"/>
                        </a:solidFill>
                        <a:effectLst/>
                        <a:latin typeface="Calibri" panose="020F0502020204030204" pitchFamily="34" charset="0"/>
                        <a:ea typeface="Calibri" panose="020F050202020403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lvl="0" indent="-342900" algn="justLow" rtl="1">
                        <a:lnSpc>
                          <a:spcPct val="115000"/>
                        </a:lnSpc>
                        <a:buClr>
                          <a:srgbClr val="000000"/>
                        </a:buClr>
                        <a:buFont typeface="Simplified Arabic" panose="02020603050405020304" pitchFamily="18" charset="-78"/>
                        <a:buChar char="-"/>
                      </a:pPr>
                      <a:r>
                        <a:rPr lang="ar-AE" sz="1600" b="1" kern="100" dirty="0">
                          <a:solidFill>
                            <a:srgbClr val="000000"/>
                          </a:solidFill>
                          <a:effectLst/>
                          <a:latin typeface="Calibri" panose="020F0502020204030204" pitchFamily="34" charset="0"/>
                          <a:ea typeface="Arial" panose="020B0604020202020204" pitchFamily="34" charset="0"/>
                          <a:cs typeface="Simplified Arabic" panose="02020603050405020304" pitchFamily="18" charset="-78"/>
                        </a:rPr>
                        <a:t>عند قيام المشرف بالضغط على خيار التقارير، يقوم النظام بعرض تقارير عن مجريات العمل ضمن المركز</a:t>
                      </a:r>
                      <a:endParaRPr lang="en-US" sz="1600" b="1" dirty="0">
                        <a:solidFill>
                          <a:srgbClr val="000080"/>
                        </a:solidFill>
                        <a:effectLst/>
                        <a:latin typeface="Calibri" panose="020F0502020204030204" pitchFamily="34" charset="0"/>
                        <a:ea typeface="Arial" panose="020B0604020202020204" pitchFamily="34" charset="0"/>
                      </a:endParaRPr>
                    </a:p>
                    <a:p>
                      <a:pPr marL="342900" lvl="0" indent="-342900" algn="justLow" rtl="1">
                        <a:lnSpc>
                          <a:spcPct val="115000"/>
                        </a:lnSpc>
                        <a:buClr>
                          <a:srgbClr val="000000"/>
                        </a:buClr>
                        <a:buFont typeface="Simplified Arabic" panose="02020603050405020304" pitchFamily="18" charset="-78"/>
                        <a:buChar char="-"/>
                      </a:pPr>
                      <a:r>
                        <a:rPr lang="ar-AE" sz="1600" b="1" kern="100" dirty="0">
                          <a:solidFill>
                            <a:srgbClr val="000000"/>
                          </a:solidFill>
                          <a:effectLst/>
                          <a:latin typeface="Calibri" panose="020F0502020204030204" pitchFamily="34" charset="0"/>
                          <a:ea typeface="Arial" panose="020B0604020202020204" pitchFamily="34" charset="0"/>
                          <a:cs typeface="Simplified Arabic" panose="02020603050405020304" pitchFamily="18" charset="-78"/>
                        </a:rPr>
                        <a:t>يقوم المشرف باختيار زر تصدير، فيقوم النظام بعملية تصدير للتقارير بالصيغة المطلوبة، ويتم تحميل التقارير بشكل تلقائي على جهاز المشرف</a:t>
                      </a:r>
                      <a:endParaRPr lang="en-US" sz="1600" b="1" dirty="0">
                        <a:solidFill>
                          <a:srgbClr val="000080"/>
                        </a:solidFill>
                        <a:effectLst/>
                        <a:latin typeface="Calibri" panose="020F0502020204030204" pitchFamily="34" charset="0"/>
                        <a:ea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2562757"/>
                  </a:ext>
                </a:extLst>
              </a:tr>
            </a:tbl>
          </a:graphicData>
        </a:graphic>
      </p:graphicFrame>
    </p:spTree>
    <p:extLst>
      <p:ext uri="{BB962C8B-B14F-4D97-AF65-F5344CB8AC3E}">
        <p14:creationId xmlns:p14="http://schemas.microsoft.com/office/powerpoint/2010/main" val="805034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gradFill>
          <a:gsLst>
            <a:gs pos="93000">
              <a:srgbClr val="845E6A"/>
            </a:gs>
            <a:gs pos="39286">
              <a:srgbClr val="FAE0CE"/>
            </a:gs>
            <a:gs pos="43000">
              <a:srgbClr val="FAE0CE"/>
            </a:gs>
            <a:gs pos="100000">
              <a:srgbClr val="FAE0CE"/>
            </a:gs>
            <a:gs pos="100000">
              <a:srgbClr val="845E6A"/>
            </a:gs>
            <a:gs pos="11310">
              <a:srgbClr val="FAE0CE"/>
            </a:gs>
            <a:gs pos="20238">
              <a:srgbClr val="FAE0CE"/>
            </a:gs>
            <a:gs pos="60106">
              <a:srgbClr val="D0B2AA"/>
            </a:gs>
            <a:gs pos="71416">
              <a:srgbClr val="B49393"/>
            </a:gs>
            <a:gs pos="91000">
              <a:srgbClr val="845E6A"/>
            </a:gs>
          </a:gsLst>
          <a:lin ang="2700000" scaled="1"/>
        </a:gradFill>
        <a:effectLst/>
      </p:bgPr>
    </p:bg>
    <p:spTree>
      <p:nvGrpSpPr>
        <p:cNvPr id="1" name=""/>
        <p:cNvGrpSpPr/>
        <p:nvPr/>
      </p:nvGrpSpPr>
      <p:grpSpPr>
        <a:xfrm>
          <a:off x="0" y="0"/>
          <a:ext cx="0" cy="0"/>
          <a:chOff x="0" y="0"/>
          <a:chExt cx="0" cy="0"/>
        </a:xfrm>
      </p:grpSpPr>
      <p:pic>
        <p:nvPicPr>
          <p:cNvPr id="2" name="صورة 1">
            <a:extLst>
              <a:ext uri="{FF2B5EF4-FFF2-40B4-BE49-F238E27FC236}">
                <a16:creationId xmlns:a16="http://schemas.microsoft.com/office/drawing/2014/main" id="{DE47D8E0-35EB-29E8-87F2-CCD5CB616299}"/>
              </a:ext>
            </a:extLst>
          </p:cNvPr>
          <p:cNvPicPr/>
          <p:nvPr/>
        </p:nvPicPr>
        <p:blipFill>
          <a:blip r:embed="rId2"/>
          <a:stretch>
            <a:fillRect/>
          </a:stretch>
        </p:blipFill>
        <p:spPr>
          <a:xfrm>
            <a:off x="5809129" y="353960"/>
            <a:ext cx="5488136" cy="5921334"/>
          </a:xfrm>
          <a:prstGeom prst="rect">
            <a:avLst/>
          </a:prstGeom>
          <a:effectLst>
            <a:glow rad="292100">
              <a:srgbClr val="660033">
                <a:alpha val="40000"/>
              </a:srgbClr>
            </a:glow>
            <a:outerShdw blurRad="342900" dist="38100" dir="2700000" algn="tl" rotWithShape="0">
              <a:srgbClr val="660033">
                <a:alpha val="40000"/>
              </a:srgbClr>
            </a:outerShdw>
          </a:effectLst>
        </p:spPr>
      </p:pic>
      <p:sp>
        <p:nvSpPr>
          <p:cNvPr id="3" name="سهم: خماسي 2">
            <a:extLst>
              <a:ext uri="{FF2B5EF4-FFF2-40B4-BE49-F238E27FC236}">
                <a16:creationId xmlns:a16="http://schemas.microsoft.com/office/drawing/2014/main" id="{85A5610A-BB7E-A06F-62AD-10BF4878FE29}"/>
              </a:ext>
            </a:extLst>
          </p:cNvPr>
          <p:cNvSpPr/>
          <p:nvPr/>
        </p:nvSpPr>
        <p:spPr>
          <a:xfrm>
            <a:off x="0" y="2241755"/>
            <a:ext cx="3937819" cy="1430593"/>
          </a:xfrm>
          <a:prstGeom prst="homePlate">
            <a:avLst/>
          </a:prstGeom>
          <a:solidFill>
            <a:srgbClr val="845E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2400" dirty="0">
                <a:solidFill>
                  <a:schemeClr val="bg1"/>
                </a:solidFill>
              </a:rPr>
              <a:t>مخطط النشاط لعلمية تصدير التقارير</a:t>
            </a:r>
            <a:endParaRPr lang="en-US" sz="2400" dirty="0">
              <a:solidFill>
                <a:schemeClr val="bg1"/>
              </a:solidFill>
            </a:endParaRPr>
          </a:p>
        </p:txBody>
      </p:sp>
    </p:spTree>
    <p:extLst>
      <p:ext uri="{BB962C8B-B14F-4D97-AF65-F5344CB8AC3E}">
        <p14:creationId xmlns:p14="http://schemas.microsoft.com/office/powerpoint/2010/main" val="23981046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845E6A">
            <a:alpha val="79000"/>
          </a:srgbClr>
        </a:solidFill>
        <a:effectLst/>
      </p:bgPr>
    </p:bg>
    <p:spTree>
      <p:nvGrpSpPr>
        <p:cNvPr id="1" name=""/>
        <p:cNvGrpSpPr/>
        <p:nvPr/>
      </p:nvGrpSpPr>
      <p:grpSpPr>
        <a:xfrm>
          <a:off x="0" y="0"/>
          <a:ext cx="0" cy="0"/>
          <a:chOff x="0" y="0"/>
          <a:chExt cx="0" cy="0"/>
        </a:xfrm>
      </p:grpSpPr>
      <p:pic>
        <p:nvPicPr>
          <p:cNvPr id="2" name="صورة 1">
            <a:extLst>
              <a:ext uri="{FF2B5EF4-FFF2-40B4-BE49-F238E27FC236}">
                <a16:creationId xmlns:a16="http://schemas.microsoft.com/office/drawing/2014/main" id="{6E792342-F2CD-F809-7CD5-E5CB09AD1FE5}"/>
              </a:ext>
            </a:extLst>
          </p:cNvPr>
          <p:cNvPicPr/>
          <p:nvPr/>
        </p:nvPicPr>
        <p:blipFill rotWithShape="1">
          <a:blip r:embed="rId2"/>
          <a:srcRect t="6569"/>
          <a:stretch/>
        </p:blipFill>
        <p:spPr bwMode="auto">
          <a:xfrm>
            <a:off x="4276165" y="933397"/>
            <a:ext cx="7625783" cy="4768155"/>
          </a:xfrm>
          <a:prstGeom prst="rect">
            <a:avLst/>
          </a:prstGeom>
          <a:ln>
            <a:noFill/>
          </a:ln>
          <a:effectLst>
            <a:glow rad="228600">
              <a:srgbClr val="660033">
                <a:alpha val="40000"/>
              </a:srgbClr>
            </a:glow>
          </a:effectLst>
          <a:extLst>
            <a:ext uri="{53640926-AAD7-44D8-BBD7-CCE9431645EC}">
              <a14:shadowObscured xmlns:a14="http://schemas.microsoft.com/office/drawing/2010/main"/>
            </a:ext>
          </a:extLst>
        </p:spPr>
      </p:pic>
      <p:sp>
        <p:nvSpPr>
          <p:cNvPr id="3" name="سهم: خماسي 2">
            <a:extLst>
              <a:ext uri="{FF2B5EF4-FFF2-40B4-BE49-F238E27FC236}">
                <a16:creationId xmlns:a16="http://schemas.microsoft.com/office/drawing/2014/main" id="{439CDB72-BE3C-10F3-B17E-C774C8B7BCB8}"/>
              </a:ext>
            </a:extLst>
          </p:cNvPr>
          <p:cNvSpPr/>
          <p:nvPr/>
        </p:nvSpPr>
        <p:spPr>
          <a:xfrm>
            <a:off x="132735" y="2625213"/>
            <a:ext cx="3200400" cy="988142"/>
          </a:xfrm>
          <a:prstGeom prst="homePlate">
            <a:avLst/>
          </a:prstGeom>
          <a:solidFill>
            <a:srgbClr val="845E6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2400" b="1" dirty="0"/>
              <a:t>مخطط التسلسل لعلمية تصدير التقارير</a:t>
            </a:r>
            <a:endParaRPr lang="en-US" sz="2400" b="1" dirty="0"/>
          </a:p>
        </p:txBody>
      </p:sp>
    </p:spTree>
    <p:extLst>
      <p:ext uri="{BB962C8B-B14F-4D97-AF65-F5344CB8AC3E}">
        <p14:creationId xmlns:p14="http://schemas.microsoft.com/office/powerpoint/2010/main" val="1297879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845E6A">
            <a:alpha val="80000"/>
          </a:srgbClr>
        </a:solidFill>
        <a:effectLst/>
      </p:bgPr>
    </p:bg>
    <p:spTree>
      <p:nvGrpSpPr>
        <p:cNvPr id="1" name=""/>
        <p:cNvGrpSpPr/>
        <p:nvPr/>
      </p:nvGrpSpPr>
      <p:grpSpPr>
        <a:xfrm>
          <a:off x="0" y="0"/>
          <a:ext cx="0" cy="0"/>
          <a:chOff x="0" y="0"/>
          <a:chExt cx="0" cy="0"/>
        </a:xfrm>
      </p:grpSpPr>
      <p:pic>
        <p:nvPicPr>
          <p:cNvPr id="2" name="صورة 1">
            <a:extLst>
              <a:ext uri="{FF2B5EF4-FFF2-40B4-BE49-F238E27FC236}">
                <a16:creationId xmlns:a16="http://schemas.microsoft.com/office/drawing/2014/main" id="{ECB1035A-44BA-AAB8-9996-0E9BDA5F69FB}"/>
              </a:ext>
            </a:extLst>
          </p:cNvPr>
          <p:cNvPicPr/>
          <p:nvPr/>
        </p:nvPicPr>
        <p:blipFill>
          <a:blip r:embed="rId2">
            <a:extLst>
              <a:ext uri="{28A0092B-C50C-407E-A947-70E740481C1C}">
                <a14:useLocalDpi xmlns:a14="http://schemas.microsoft.com/office/drawing/2010/main" val="0"/>
              </a:ext>
            </a:extLst>
          </a:blip>
          <a:stretch>
            <a:fillRect/>
          </a:stretch>
        </p:blipFill>
        <p:spPr>
          <a:xfrm>
            <a:off x="1548582" y="1474840"/>
            <a:ext cx="9645444" cy="4822722"/>
          </a:xfrm>
          <a:prstGeom prst="rect">
            <a:avLst/>
          </a:prstGeom>
        </p:spPr>
      </p:pic>
      <p:sp>
        <p:nvSpPr>
          <p:cNvPr id="4" name="مربع نص 3">
            <a:extLst>
              <a:ext uri="{FF2B5EF4-FFF2-40B4-BE49-F238E27FC236}">
                <a16:creationId xmlns:a16="http://schemas.microsoft.com/office/drawing/2014/main" id="{36DF06F2-20C0-BF74-6E27-D7ED328E3AD5}"/>
              </a:ext>
            </a:extLst>
          </p:cNvPr>
          <p:cNvSpPr txBox="1"/>
          <p:nvPr/>
        </p:nvSpPr>
        <p:spPr>
          <a:xfrm>
            <a:off x="1548582" y="206495"/>
            <a:ext cx="6459794" cy="707886"/>
          </a:xfrm>
          <a:prstGeom prst="rect">
            <a:avLst/>
          </a:prstGeom>
          <a:noFill/>
        </p:spPr>
        <p:txBody>
          <a:bodyPr wrap="square" rtlCol="0">
            <a:spAutoFit/>
          </a:bodyPr>
          <a:lstStyle/>
          <a:p>
            <a:r>
              <a:rPr lang="en-US" sz="4000" b="1" dirty="0">
                <a:solidFill>
                  <a:srgbClr val="660033"/>
                </a:solidFill>
              </a:rPr>
              <a:t>Class Diagram</a:t>
            </a:r>
          </a:p>
        </p:txBody>
      </p:sp>
    </p:spTree>
    <p:extLst>
      <p:ext uri="{BB962C8B-B14F-4D97-AF65-F5344CB8AC3E}">
        <p14:creationId xmlns:p14="http://schemas.microsoft.com/office/powerpoint/2010/main" val="1551481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845E6A">
            <a:alpha val="86000"/>
          </a:srgbClr>
        </a:solidFill>
        <a:effectLst/>
      </p:bgPr>
    </p:bg>
    <p:spTree>
      <p:nvGrpSpPr>
        <p:cNvPr id="1" name=""/>
        <p:cNvGrpSpPr/>
        <p:nvPr/>
      </p:nvGrpSpPr>
      <p:grpSpPr>
        <a:xfrm>
          <a:off x="0" y="0"/>
          <a:ext cx="0" cy="0"/>
          <a:chOff x="0" y="0"/>
          <a:chExt cx="0" cy="0"/>
        </a:xfrm>
      </p:grpSpPr>
      <p:pic>
        <p:nvPicPr>
          <p:cNvPr id="4" name="صورة 3">
            <a:extLst>
              <a:ext uri="{FF2B5EF4-FFF2-40B4-BE49-F238E27FC236}">
                <a16:creationId xmlns:a16="http://schemas.microsoft.com/office/drawing/2014/main" id="{53DA8292-9723-C478-C8DF-F9ACA1512841}"/>
              </a:ext>
            </a:extLst>
          </p:cNvPr>
          <p:cNvPicPr/>
          <p:nvPr/>
        </p:nvPicPr>
        <p:blipFill>
          <a:blip r:embed="rId2">
            <a:extLst>
              <a:ext uri="{28A0092B-C50C-407E-A947-70E740481C1C}">
                <a14:useLocalDpi xmlns:a14="http://schemas.microsoft.com/office/drawing/2010/main" val="0"/>
              </a:ext>
            </a:extLst>
          </a:blip>
          <a:stretch>
            <a:fillRect/>
          </a:stretch>
        </p:blipFill>
        <p:spPr>
          <a:xfrm>
            <a:off x="1538748" y="1460090"/>
            <a:ext cx="9114503" cy="4389796"/>
          </a:xfrm>
          <a:prstGeom prst="rect">
            <a:avLst/>
          </a:prstGeom>
        </p:spPr>
      </p:pic>
      <p:sp>
        <p:nvSpPr>
          <p:cNvPr id="7" name="مربع نص 6">
            <a:extLst>
              <a:ext uri="{FF2B5EF4-FFF2-40B4-BE49-F238E27FC236}">
                <a16:creationId xmlns:a16="http://schemas.microsoft.com/office/drawing/2014/main" id="{FEC1CC7B-AB20-A243-9DD3-FCC8555C4605}"/>
              </a:ext>
            </a:extLst>
          </p:cNvPr>
          <p:cNvSpPr txBox="1"/>
          <p:nvPr/>
        </p:nvSpPr>
        <p:spPr>
          <a:xfrm>
            <a:off x="4148924" y="300228"/>
            <a:ext cx="2536722" cy="707886"/>
          </a:xfrm>
          <a:prstGeom prst="rect">
            <a:avLst/>
          </a:prstGeom>
          <a:noFill/>
        </p:spPr>
        <p:txBody>
          <a:bodyPr wrap="square" rtlCol="0">
            <a:spAutoFit/>
          </a:bodyPr>
          <a:lstStyle/>
          <a:p>
            <a:r>
              <a:rPr lang="en-US" sz="4000" b="1" dirty="0">
                <a:solidFill>
                  <a:srgbClr val="660033"/>
                </a:solidFill>
              </a:rPr>
              <a:t>ERD</a:t>
            </a:r>
          </a:p>
        </p:txBody>
      </p:sp>
    </p:spTree>
    <p:extLst>
      <p:ext uri="{BB962C8B-B14F-4D97-AF65-F5344CB8AC3E}">
        <p14:creationId xmlns:p14="http://schemas.microsoft.com/office/powerpoint/2010/main" val="10431456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AE0CE"/>
        </a:solidFill>
        <a:effectLst/>
      </p:bgPr>
    </p:bg>
    <p:spTree>
      <p:nvGrpSpPr>
        <p:cNvPr id="1" name=""/>
        <p:cNvGrpSpPr/>
        <p:nvPr/>
      </p:nvGrpSpPr>
      <p:grpSpPr>
        <a:xfrm>
          <a:off x="0" y="0"/>
          <a:ext cx="0" cy="0"/>
          <a:chOff x="0" y="0"/>
          <a:chExt cx="0" cy="0"/>
        </a:xfrm>
      </p:grpSpPr>
      <p:graphicFrame>
        <p:nvGraphicFramePr>
          <p:cNvPr id="5" name="رسم تخطيطي 4">
            <a:extLst>
              <a:ext uri="{FF2B5EF4-FFF2-40B4-BE49-F238E27FC236}">
                <a16:creationId xmlns:a16="http://schemas.microsoft.com/office/drawing/2014/main" id="{6B87FCBF-D58E-84D5-F5F1-1E93179DE2F3}"/>
              </a:ext>
            </a:extLst>
          </p:cNvPr>
          <p:cNvGraphicFramePr/>
          <p:nvPr>
            <p:extLst>
              <p:ext uri="{D42A27DB-BD31-4B8C-83A1-F6EECF244321}">
                <p14:modId xmlns:p14="http://schemas.microsoft.com/office/powerpoint/2010/main" val="1305355903"/>
              </p:ext>
            </p:extLst>
          </p:nvPr>
        </p:nvGraphicFramePr>
        <p:xfrm>
          <a:off x="0" y="476857"/>
          <a:ext cx="12192000" cy="6029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مربع نص 5">
            <a:extLst>
              <a:ext uri="{FF2B5EF4-FFF2-40B4-BE49-F238E27FC236}">
                <a16:creationId xmlns:a16="http://schemas.microsoft.com/office/drawing/2014/main" id="{6CEB3521-1F19-FF01-60EF-41351443265B}"/>
              </a:ext>
            </a:extLst>
          </p:cNvPr>
          <p:cNvSpPr txBox="1"/>
          <p:nvPr/>
        </p:nvSpPr>
        <p:spPr>
          <a:xfrm>
            <a:off x="634181" y="122914"/>
            <a:ext cx="3421626" cy="707886"/>
          </a:xfrm>
          <a:prstGeom prst="rect">
            <a:avLst/>
          </a:prstGeom>
          <a:noFill/>
        </p:spPr>
        <p:txBody>
          <a:bodyPr wrap="square" rtlCol="0">
            <a:spAutoFit/>
          </a:bodyPr>
          <a:lstStyle/>
          <a:p>
            <a:r>
              <a:rPr lang="ar-AE" sz="4000" dirty="0">
                <a:solidFill>
                  <a:srgbClr val="660033"/>
                </a:solidFill>
              </a:rPr>
              <a:t>مخطط الواجهات</a:t>
            </a:r>
            <a:r>
              <a:rPr lang="ar-SY" sz="4000" dirty="0">
                <a:solidFill>
                  <a:srgbClr val="660033"/>
                </a:solidFill>
              </a:rPr>
              <a:t>:</a:t>
            </a:r>
            <a:endParaRPr lang="en-US" sz="4000" dirty="0">
              <a:solidFill>
                <a:srgbClr val="660033"/>
              </a:solidFill>
            </a:endParaRPr>
          </a:p>
        </p:txBody>
      </p:sp>
    </p:spTree>
    <p:extLst>
      <p:ext uri="{BB962C8B-B14F-4D97-AF65-F5344CB8AC3E}">
        <p14:creationId xmlns:p14="http://schemas.microsoft.com/office/powerpoint/2010/main" val="36981927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845E6A">
            <a:alpha val="78000"/>
          </a:srgbClr>
        </a:solidFill>
        <a:effectLst/>
      </p:bgPr>
    </p:bg>
    <p:spTree>
      <p:nvGrpSpPr>
        <p:cNvPr id="1" name=""/>
        <p:cNvGrpSpPr/>
        <p:nvPr/>
      </p:nvGrpSpPr>
      <p:grpSpPr>
        <a:xfrm>
          <a:off x="0" y="0"/>
          <a:ext cx="0" cy="0"/>
          <a:chOff x="0" y="0"/>
          <a:chExt cx="0" cy="0"/>
        </a:xfrm>
      </p:grpSpPr>
      <p:sp>
        <p:nvSpPr>
          <p:cNvPr id="3" name="مربع نص 2">
            <a:extLst>
              <a:ext uri="{FF2B5EF4-FFF2-40B4-BE49-F238E27FC236}">
                <a16:creationId xmlns:a16="http://schemas.microsoft.com/office/drawing/2014/main" id="{F713684D-CC03-8C61-8AEC-D9269816A537}"/>
              </a:ext>
            </a:extLst>
          </p:cNvPr>
          <p:cNvSpPr txBox="1"/>
          <p:nvPr/>
        </p:nvSpPr>
        <p:spPr>
          <a:xfrm>
            <a:off x="3893574" y="148125"/>
            <a:ext cx="3111909" cy="707886"/>
          </a:xfrm>
          <a:prstGeom prst="rect">
            <a:avLst/>
          </a:prstGeom>
          <a:noFill/>
        </p:spPr>
        <p:txBody>
          <a:bodyPr wrap="square" rtlCol="0">
            <a:spAutoFit/>
          </a:bodyPr>
          <a:lstStyle/>
          <a:p>
            <a:r>
              <a:rPr lang="ar-AE" sz="4000" dirty="0">
                <a:solidFill>
                  <a:srgbClr val="660033"/>
                </a:solidFill>
              </a:rPr>
              <a:t>جدول الاختبار</a:t>
            </a:r>
            <a:endParaRPr lang="en-US" sz="4000" dirty="0">
              <a:solidFill>
                <a:srgbClr val="660033"/>
              </a:solidFill>
            </a:endParaRPr>
          </a:p>
        </p:txBody>
      </p:sp>
      <p:pic>
        <p:nvPicPr>
          <p:cNvPr id="4" name="table">
            <a:extLst>
              <a:ext uri="{FF2B5EF4-FFF2-40B4-BE49-F238E27FC236}">
                <a16:creationId xmlns:a16="http://schemas.microsoft.com/office/drawing/2014/main" id="{A515ED9E-14BD-81AB-DE6B-F73C504E40E5}"/>
              </a:ext>
            </a:extLst>
          </p:cNvPr>
          <p:cNvPicPr>
            <a:picLocks noChangeAspect="1"/>
          </p:cNvPicPr>
          <p:nvPr/>
        </p:nvPicPr>
        <p:blipFill>
          <a:blip r:embed="rId2"/>
          <a:stretch>
            <a:fillRect/>
          </a:stretch>
        </p:blipFill>
        <p:spPr>
          <a:xfrm>
            <a:off x="737419" y="1339403"/>
            <a:ext cx="10717161" cy="4855214"/>
          </a:xfrm>
          <a:prstGeom prst="rect">
            <a:avLst/>
          </a:prstGeom>
        </p:spPr>
      </p:pic>
    </p:spTree>
    <p:extLst>
      <p:ext uri="{BB962C8B-B14F-4D97-AF65-F5344CB8AC3E}">
        <p14:creationId xmlns:p14="http://schemas.microsoft.com/office/powerpoint/2010/main" val="26809246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a:gsLst>
            <a:gs pos="18452">
              <a:srgbClr val="FAE0CE"/>
            </a:gs>
            <a:gs pos="93000">
              <a:srgbClr val="845E6A"/>
            </a:gs>
            <a:gs pos="39286">
              <a:srgbClr val="FAE0CE"/>
            </a:gs>
            <a:gs pos="43000">
              <a:srgbClr val="FAE0CE"/>
            </a:gs>
            <a:gs pos="100000">
              <a:srgbClr val="FAE0CE"/>
            </a:gs>
            <a:gs pos="100000">
              <a:srgbClr val="845E6A"/>
            </a:gs>
            <a:gs pos="91000">
              <a:srgbClr val="845E6A"/>
            </a:gs>
          </a:gsLst>
          <a:lin ang="2700000" scaled="1"/>
        </a:gradFill>
        <a:effectLst/>
      </p:bgPr>
    </p:bg>
    <p:spTree>
      <p:nvGrpSpPr>
        <p:cNvPr id="1" name=""/>
        <p:cNvGrpSpPr/>
        <p:nvPr/>
      </p:nvGrpSpPr>
      <p:grpSpPr>
        <a:xfrm>
          <a:off x="0" y="0"/>
          <a:ext cx="0" cy="0"/>
          <a:chOff x="0" y="0"/>
          <a:chExt cx="0" cy="0"/>
        </a:xfrm>
      </p:grpSpPr>
      <p:graphicFrame>
        <p:nvGraphicFramePr>
          <p:cNvPr id="2" name="جدول 1">
            <a:extLst>
              <a:ext uri="{FF2B5EF4-FFF2-40B4-BE49-F238E27FC236}">
                <a16:creationId xmlns:a16="http://schemas.microsoft.com/office/drawing/2014/main" id="{A46C81B5-3979-8829-8264-A5E62E38E91F}"/>
              </a:ext>
            </a:extLst>
          </p:cNvPr>
          <p:cNvGraphicFramePr>
            <a:graphicFrameLocks noGrp="1"/>
          </p:cNvGraphicFramePr>
          <p:nvPr>
            <p:extLst>
              <p:ext uri="{D42A27DB-BD31-4B8C-83A1-F6EECF244321}">
                <p14:modId xmlns:p14="http://schemas.microsoft.com/office/powerpoint/2010/main" val="654897815"/>
              </p:ext>
            </p:extLst>
          </p:nvPr>
        </p:nvGraphicFramePr>
        <p:xfrm>
          <a:off x="1401095" y="1076632"/>
          <a:ext cx="9601201" cy="5487759"/>
        </p:xfrm>
        <a:graphic>
          <a:graphicData uri="http://schemas.openxmlformats.org/drawingml/2006/table">
            <a:tbl>
              <a:tblPr rtl="1" firstRow="1" firstCol="1" bandRow="1">
                <a:tableStyleId>{BC89EF96-8CEA-46FF-86C4-4CE0E7609802}</a:tableStyleId>
              </a:tblPr>
              <a:tblGrid>
                <a:gridCol w="1210281">
                  <a:extLst>
                    <a:ext uri="{9D8B030D-6E8A-4147-A177-3AD203B41FA5}">
                      <a16:colId xmlns:a16="http://schemas.microsoft.com/office/drawing/2014/main" val="2082224379"/>
                    </a:ext>
                  </a:extLst>
                </a:gridCol>
                <a:gridCol w="1601761">
                  <a:extLst>
                    <a:ext uri="{9D8B030D-6E8A-4147-A177-3AD203B41FA5}">
                      <a16:colId xmlns:a16="http://schemas.microsoft.com/office/drawing/2014/main" val="1862777176"/>
                    </a:ext>
                  </a:extLst>
                </a:gridCol>
                <a:gridCol w="1239912">
                  <a:extLst>
                    <a:ext uri="{9D8B030D-6E8A-4147-A177-3AD203B41FA5}">
                      <a16:colId xmlns:a16="http://schemas.microsoft.com/office/drawing/2014/main" val="1144778439"/>
                    </a:ext>
                  </a:extLst>
                </a:gridCol>
                <a:gridCol w="1252262">
                  <a:extLst>
                    <a:ext uri="{9D8B030D-6E8A-4147-A177-3AD203B41FA5}">
                      <a16:colId xmlns:a16="http://schemas.microsoft.com/office/drawing/2014/main" val="2902480794"/>
                    </a:ext>
                  </a:extLst>
                </a:gridCol>
                <a:gridCol w="1736374">
                  <a:extLst>
                    <a:ext uri="{9D8B030D-6E8A-4147-A177-3AD203B41FA5}">
                      <a16:colId xmlns:a16="http://schemas.microsoft.com/office/drawing/2014/main" val="3479886332"/>
                    </a:ext>
                  </a:extLst>
                </a:gridCol>
                <a:gridCol w="1226331">
                  <a:extLst>
                    <a:ext uri="{9D8B030D-6E8A-4147-A177-3AD203B41FA5}">
                      <a16:colId xmlns:a16="http://schemas.microsoft.com/office/drawing/2014/main" val="1730295928"/>
                    </a:ext>
                  </a:extLst>
                </a:gridCol>
                <a:gridCol w="1334280">
                  <a:extLst>
                    <a:ext uri="{9D8B030D-6E8A-4147-A177-3AD203B41FA5}">
                      <a16:colId xmlns:a16="http://schemas.microsoft.com/office/drawing/2014/main" val="2040739597"/>
                    </a:ext>
                  </a:extLst>
                </a:gridCol>
              </a:tblGrid>
              <a:tr h="536215">
                <a:tc>
                  <a:txBody>
                    <a:bodyPr/>
                    <a:lstStyle/>
                    <a:p>
                      <a:pPr algn="ctr" rtl="0">
                        <a:lnSpc>
                          <a:spcPct val="107000"/>
                        </a:lnSpc>
                        <a:spcAft>
                          <a:spcPts val="800"/>
                        </a:spcAft>
                      </a:pPr>
                      <a:r>
                        <a:rPr lang="en-US" sz="1600" b="1" kern="100" baseline="0">
                          <a:effectLst/>
                        </a:rPr>
                        <a:t>Coding</a:t>
                      </a:r>
                      <a:endParaRPr lang="en-US" sz="16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0">
                        <a:lnSpc>
                          <a:spcPct val="107000"/>
                        </a:lnSpc>
                        <a:spcAft>
                          <a:spcPts val="800"/>
                        </a:spcAft>
                      </a:pPr>
                      <a:r>
                        <a:rPr lang="en-US" sz="1600" b="1" kern="100" baseline="0">
                          <a:effectLst/>
                        </a:rPr>
                        <a:t>Detailed Design</a:t>
                      </a:r>
                      <a:endParaRPr lang="en-US" sz="16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0">
                        <a:lnSpc>
                          <a:spcPct val="107000"/>
                        </a:lnSpc>
                        <a:spcAft>
                          <a:spcPts val="800"/>
                        </a:spcAft>
                      </a:pPr>
                      <a:r>
                        <a:rPr lang="en-US" sz="1600" b="1" kern="100" baseline="0">
                          <a:effectLst/>
                        </a:rPr>
                        <a:t>High Level Design</a:t>
                      </a:r>
                      <a:endParaRPr lang="en-US" sz="16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0">
                        <a:lnSpc>
                          <a:spcPct val="107000"/>
                        </a:lnSpc>
                        <a:spcAft>
                          <a:spcPts val="800"/>
                        </a:spcAft>
                      </a:pPr>
                      <a:r>
                        <a:rPr lang="en-US" sz="1600" b="1" kern="100" baseline="0">
                          <a:effectLst/>
                        </a:rPr>
                        <a:t>SRS Section</a:t>
                      </a:r>
                      <a:endParaRPr lang="en-US" sz="16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0">
                        <a:lnSpc>
                          <a:spcPct val="107000"/>
                        </a:lnSpc>
                        <a:spcAft>
                          <a:spcPts val="800"/>
                        </a:spcAft>
                      </a:pPr>
                      <a:r>
                        <a:rPr lang="en-US" sz="1600" b="1" kern="100" baseline="0">
                          <a:effectLst/>
                        </a:rPr>
                        <a:t>Associated Dependency</a:t>
                      </a:r>
                      <a:endParaRPr lang="en-US" sz="16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0">
                        <a:lnSpc>
                          <a:spcPct val="150000"/>
                        </a:lnSpc>
                        <a:spcAft>
                          <a:spcPts val="800"/>
                        </a:spcAft>
                      </a:pPr>
                      <a:r>
                        <a:rPr lang="en-US" sz="1600" b="1" kern="100" baseline="0">
                          <a:effectLst/>
                        </a:rPr>
                        <a:t>Title</a:t>
                      </a:r>
                      <a:endParaRPr lang="en-US" sz="16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0">
                        <a:lnSpc>
                          <a:spcPct val="150000"/>
                        </a:lnSpc>
                        <a:spcAft>
                          <a:spcPts val="800"/>
                        </a:spcAft>
                      </a:pPr>
                      <a:r>
                        <a:rPr lang="en-US" sz="1600" b="1" kern="100" baseline="0" dirty="0">
                          <a:effectLst/>
                        </a:rPr>
                        <a:t>ID</a:t>
                      </a:r>
                      <a:endParaRPr lang="en-US" sz="1600" b="1" kern="100" baseline="0" dirty="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extLst>
                  <a:ext uri="{0D108BD9-81ED-4DB2-BD59-A6C34878D82A}">
                    <a16:rowId xmlns:a16="http://schemas.microsoft.com/office/drawing/2014/main" val="1991104433"/>
                  </a:ext>
                </a:extLst>
              </a:tr>
              <a:tr h="618943">
                <a:tc>
                  <a:txBody>
                    <a:bodyPr/>
                    <a:lstStyle/>
                    <a:p>
                      <a:pPr algn="ctr" rtl="1">
                        <a:lnSpc>
                          <a:spcPct val="150000"/>
                        </a:lnSpc>
                        <a:spcAft>
                          <a:spcPts val="800"/>
                        </a:spcAft>
                      </a:pPr>
                      <a:r>
                        <a:rPr lang="ar-SA" sz="1400" b="1" kern="100" baseline="0">
                          <a:effectLst/>
                        </a:rPr>
                        <a:t>التنفيذ والنتائج</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dirty="0">
                          <a:effectLst/>
                        </a:rPr>
                        <a:t>sequence-1</a:t>
                      </a:r>
                      <a:endParaRPr lang="en-US" sz="1400" b="1" kern="100" baseline="0" dirty="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dirty="0">
                          <a:effectLst/>
                        </a:rPr>
                        <a:t>activity-1</a:t>
                      </a:r>
                      <a:endParaRPr lang="en-US" sz="1400" b="1" kern="100" baseline="0" dirty="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الدراسة التحليلية، المتطلبات الوظيفية</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تابع تسجيل الدخول</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AE" sz="1400" b="1" kern="0" baseline="0">
                          <a:effectLst/>
                        </a:rPr>
                        <a:t>تسجيل الدخول</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kern="0" baseline="0">
                          <a:effectLst/>
                        </a:rPr>
                        <a:t>REQ-001</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extLst>
                  <a:ext uri="{0D108BD9-81ED-4DB2-BD59-A6C34878D82A}">
                    <a16:rowId xmlns:a16="http://schemas.microsoft.com/office/drawing/2014/main" val="2886748911"/>
                  </a:ext>
                </a:extLst>
              </a:tr>
              <a:tr h="618943">
                <a:tc>
                  <a:txBody>
                    <a:bodyPr/>
                    <a:lstStyle/>
                    <a:p>
                      <a:pPr algn="ctr" rtl="1">
                        <a:lnSpc>
                          <a:spcPct val="150000"/>
                        </a:lnSpc>
                        <a:spcAft>
                          <a:spcPts val="800"/>
                        </a:spcAft>
                      </a:pPr>
                      <a:r>
                        <a:rPr lang="ar-SA" sz="1400" b="1" kern="100" baseline="0">
                          <a:effectLst/>
                        </a:rPr>
                        <a:t>التنفيذ والنتائج</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sequence-2</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activity-2</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الدراسة التحليلية، المتطلبات الوظيفية</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تابع التعديل</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AE" sz="1400" b="1" kern="0" baseline="0">
                          <a:effectLst/>
                        </a:rPr>
                        <a:t>تعديل الحساب الشخصي</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kern="0" baseline="0">
                          <a:effectLst/>
                        </a:rPr>
                        <a:t>REQ-002</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extLst>
                  <a:ext uri="{0D108BD9-81ED-4DB2-BD59-A6C34878D82A}">
                    <a16:rowId xmlns:a16="http://schemas.microsoft.com/office/drawing/2014/main" val="43631450"/>
                  </a:ext>
                </a:extLst>
              </a:tr>
              <a:tr h="618943">
                <a:tc>
                  <a:txBody>
                    <a:bodyPr/>
                    <a:lstStyle/>
                    <a:p>
                      <a:pPr algn="ctr" rtl="1">
                        <a:lnSpc>
                          <a:spcPct val="150000"/>
                        </a:lnSpc>
                        <a:spcAft>
                          <a:spcPts val="800"/>
                        </a:spcAft>
                      </a:pPr>
                      <a:r>
                        <a:rPr lang="ar-SA" sz="1400" b="1" kern="100" baseline="0">
                          <a:effectLst/>
                        </a:rPr>
                        <a:t>التنفيذ والنتائج</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sequence-2</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activity-2</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الدراسة التحليلية، المتطلبات الوظيفية</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تابع العرض</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AE" sz="1400" b="1" kern="0" baseline="0">
                          <a:effectLst/>
                        </a:rPr>
                        <a:t>عرض الحساب الشخصي</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kern="0" baseline="0">
                          <a:effectLst/>
                        </a:rPr>
                        <a:t>REQ-003</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extLst>
                  <a:ext uri="{0D108BD9-81ED-4DB2-BD59-A6C34878D82A}">
                    <a16:rowId xmlns:a16="http://schemas.microsoft.com/office/drawing/2014/main" val="2639077229"/>
                  </a:ext>
                </a:extLst>
              </a:tr>
              <a:tr h="618943">
                <a:tc>
                  <a:txBody>
                    <a:bodyPr/>
                    <a:lstStyle/>
                    <a:p>
                      <a:pPr algn="ctr" rtl="1">
                        <a:lnSpc>
                          <a:spcPct val="150000"/>
                        </a:lnSpc>
                        <a:spcAft>
                          <a:spcPts val="800"/>
                        </a:spcAft>
                      </a:pPr>
                      <a:r>
                        <a:rPr lang="ar-SA" sz="1400" b="1" kern="100" baseline="0">
                          <a:effectLst/>
                        </a:rPr>
                        <a:t>التنفيذ والنتائج</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sequence-4</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activity-4</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الدراسة التحليلية، المتطلبات الوظيفية</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تابع العرض</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AE" sz="1400" b="1" kern="0" baseline="0">
                          <a:effectLst/>
                        </a:rPr>
                        <a:t>عرض قائمة الأطباء</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kern="0" baseline="0">
                          <a:effectLst/>
                        </a:rPr>
                        <a:t>REQ-004</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extLst>
                  <a:ext uri="{0D108BD9-81ED-4DB2-BD59-A6C34878D82A}">
                    <a16:rowId xmlns:a16="http://schemas.microsoft.com/office/drawing/2014/main" val="2622231550"/>
                  </a:ext>
                </a:extLst>
              </a:tr>
              <a:tr h="618943">
                <a:tc>
                  <a:txBody>
                    <a:bodyPr/>
                    <a:lstStyle/>
                    <a:p>
                      <a:pPr algn="ctr" rtl="1">
                        <a:lnSpc>
                          <a:spcPct val="150000"/>
                        </a:lnSpc>
                        <a:spcAft>
                          <a:spcPts val="800"/>
                        </a:spcAft>
                      </a:pPr>
                      <a:r>
                        <a:rPr lang="ar-SA" sz="1400" b="1" kern="100" baseline="0">
                          <a:effectLst/>
                        </a:rPr>
                        <a:t>التنفيذ والنتائج</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sequence-4</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activity-4</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الدراسة التحليلية، المتطلبات الوظيفية</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تابع العرض</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AE" sz="1400" b="1" kern="0" baseline="0">
                          <a:effectLst/>
                        </a:rPr>
                        <a:t>عرض قائمة الأخصائيين</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kern="0" baseline="0">
                          <a:effectLst/>
                        </a:rPr>
                        <a:t>REQ-005</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extLst>
                  <a:ext uri="{0D108BD9-81ED-4DB2-BD59-A6C34878D82A}">
                    <a16:rowId xmlns:a16="http://schemas.microsoft.com/office/drawing/2014/main" val="3650524654"/>
                  </a:ext>
                </a:extLst>
              </a:tr>
              <a:tr h="618943">
                <a:tc>
                  <a:txBody>
                    <a:bodyPr/>
                    <a:lstStyle/>
                    <a:p>
                      <a:pPr algn="ctr" rtl="1">
                        <a:lnSpc>
                          <a:spcPct val="150000"/>
                        </a:lnSpc>
                        <a:spcAft>
                          <a:spcPts val="800"/>
                        </a:spcAft>
                      </a:pPr>
                      <a:r>
                        <a:rPr lang="ar-SA" sz="1400" b="1" kern="100" baseline="0">
                          <a:effectLst/>
                        </a:rPr>
                        <a:t>التنفيذ والنتائج</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sequence-6</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activity-6</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الدراسة التحليلية، المتطلبات الوظيفية</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تابع العرض</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AE" sz="1400" b="1" kern="0" baseline="0">
                          <a:effectLst/>
                        </a:rPr>
                        <a:t>عرض قائمة الموظفين</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kern="0" baseline="0">
                          <a:effectLst/>
                        </a:rPr>
                        <a:t>REQ-006</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extLst>
                  <a:ext uri="{0D108BD9-81ED-4DB2-BD59-A6C34878D82A}">
                    <a16:rowId xmlns:a16="http://schemas.microsoft.com/office/drawing/2014/main" val="2443222678"/>
                  </a:ext>
                </a:extLst>
              </a:tr>
              <a:tr h="618943">
                <a:tc>
                  <a:txBody>
                    <a:bodyPr/>
                    <a:lstStyle/>
                    <a:p>
                      <a:pPr algn="ctr" rtl="1">
                        <a:lnSpc>
                          <a:spcPct val="150000"/>
                        </a:lnSpc>
                        <a:spcAft>
                          <a:spcPts val="800"/>
                        </a:spcAft>
                      </a:pPr>
                      <a:r>
                        <a:rPr lang="ar-SA" sz="1400" b="1" kern="100" baseline="0">
                          <a:effectLst/>
                        </a:rPr>
                        <a:t>التنفيذ والنتائج</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sequence-7</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activity-7</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dirty="0">
                          <a:effectLst/>
                        </a:rPr>
                        <a:t>الدراسة التحليلية، المتطلبات الوظيفية</a:t>
                      </a:r>
                      <a:endParaRPr lang="en-US" sz="1400" b="1" kern="100" baseline="0" dirty="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تابع العرض</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AE" sz="1400" b="1" kern="0" baseline="0">
                          <a:effectLst/>
                        </a:rPr>
                        <a:t>عرض قائمة الأقسام</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kern="0" baseline="0">
                          <a:effectLst/>
                        </a:rPr>
                        <a:t>REQ-007</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extLst>
                  <a:ext uri="{0D108BD9-81ED-4DB2-BD59-A6C34878D82A}">
                    <a16:rowId xmlns:a16="http://schemas.microsoft.com/office/drawing/2014/main" val="3813011477"/>
                  </a:ext>
                </a:extLst>
              </a:tr>
              <a:tr h="618943">
                <a:tc>
                  <a:txBody>
                    <a:bodyPr/>
                    <a:lstStyle/>
                    <a:p>
                      <a:pPr algn="ctr" rtl="1">
                        <a:lnSpc>
                          <a:spcPct val="150000"/>
                        </a:lnSpc>
                        <a:spcAft>
                          <a:spcPts val="800"/>
                        </a:spcAft>
                      </a:pPr>
                      <a:r>
                        <a:rPr lang="ar-SA" sz="1400" b="1" kern="100" baseline="0" dirty="0">
                          <a:effectLst/>
                        </a:rPr>
                        <a:t>التنفيذ والنتائج</a:t>
                      </a:r>
                      <a:endParaRPr lang="en-US" sz="1400" b="1" kern="100" baseline="0" dirty="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sequence-7</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u="sng" kern="100" baseline="0">
                          <a:effectLst/>
                        </a:rPr>
                        <a:t>activity-7</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الدراسة التحليلية، المتطلبات الوظيفية</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SA" sz="1400" b="1" kern="100" baseline="0">
                          <a:effectLst/>
                        </a:rPr>
                        <a:t>تابع العرض</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ar-AE" sz="1400" b="1" kern="0" baseline="0">
                          <a:effectLst/>
                        </a:rPr>
                        <a:t>عرض المقالات</a:t>
                      </a:r>
                      <a:endParaRPr lang="en-US" sz="1400" b="1" kern="100" baseline="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tc>
                  <a:txBody>
                    <a:bodyPr/>
                    <a:lstStyle/>
                    <a:p>
                      <a:pPr algn="ctr" rtl="1">
                        <a:lnSpc>
                          <a:spcPct val="150000"/>
                        </a:lnSpc>
                        <a:spcAft>
                          <a:spcPts val="800"/>
                        </a:spcAft>
                      </a:pPr>
                      <a:r>
                        <a:rPr lang="en-US" sz="1400" b="1" kern="0" baseline="0" dirty="0">
                          <a:effectLst/>
                        </a:rPr>
                        <a:t>REQ-008</a:t>
                      </a:r>
                      <a:endParaRPr lang="en-US" sz="1400" b="1" kern="100" baseline="0" dirty="0">
                        <a:effectLst/>
                        <a:latin typeface="Calibri" panose="020F0502020204030204" pitchFamily="34" charset="0"/>
                        <a:ea typeface="Calibri" panose="020F0502020204030204" pitchFamily="34" charset="0"/>
                        <a:cs typeface="Arial" panose="020B0604020202020204" pitchFamily="34" charset="0"/>
                      </a:endParaRPr>
                    </a:p>
                  </a:txBody>
                  <a:tcPr marL="18089" marR="18089" marT="0" marB="0" anchor="ctr">
                    <a:solidFill>
                      <a:srgbClr val="845E6A">
                        <a:alpha val="20000"/>
                      </a:srgbClr>
                    </a:solidFill>
                  </a:tcPr>
                </a:tc>
                <a:extLst>
                  <a:ext uri="{0D108BD9-81ED-4DB2-BD59-A6C34878D82A}">
                    <a16:rowId xmlns:a16="http://schemas.microsoft.com/office/drawing/2014/main" val="922963281"/>
                  </a:ext>
                </a:extLst>
              </a:tr>
            </a:tbl>
          </a:graphicData>
        </a:graphic>
      </p:graphicFrame>
      <p:sp>
        <p:nvSpPr>
          <p:cNvPr id="3" name="مربع نص 2">
            <a:extLst>
              <a:ext uri="{FF2B5EF4-FFF2-40B4-BE49-F238E27FC236}">
                <a16:creationId xmlns:a16="http://schemas.microsoft.com/office/drawing/2014/main" id="{C5C6198B-494F-434C-FA33-C94E88B050AF}"/>
              </a:ext>
            </a:extLst>
          </p:cNvPr>
          <p:cNvSpPr txBox="1"/>
          <p:nvPr/>
        </p:nvSpPr>
        <p:spPr>
          <a:xfrm>
            <a:off x="3874198" y="89735"/>
            <a:ext cx="3082413" cy="707886"/>
          </a:xfrm>
          <a:prstGeom prst="rect">
            <a:avLst/>
          </a:prstGeom>
          <a:noFill/>
        </p:spPr>
        <p:txBody>
          <a:bodyPr wrap="square" rtlCol="0">
            <a:spAutoFit/>
          </a:bodyPr>
          <a:lstStyle/>
          <a:p>
            <a:r>
              <a:rPr lang="en-US" sz="4000" b="1" dirty="0">
                <a:solidFill>
                  <a:srgbClr val="660033"/>
                </a:solidFill>
              </a:rPr>
              <a:t>RTM</a:t>
            </a:r>
          </a:p>
        </p:txBody>
      </p:sp>
    </p:spTree>
    <p:extLst>
      <p:ext uri="{BB962C8B-B14F-4D97-AF65-F5344CB8AC3E}">
        <p14:creationId xmlns:p14="http://schemas.microsoft.com/office/powerpoint/2010/main" val="630009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gradFill flip="none" rotWithShape="1">
          <a:gsLst>
            <a:gs pos="11000">
              <a:srgbClr val="FAE0CE"/>
            </a:gs>
            <a:gs pos="31000">
              <a:srgbClr val="FAE0CE"/>
            </a:gs>
            <a:gs pos="0">
              <a:srgbClr val="FAE0CE"/>
            </a:gs>
            <a:gs pos="85000">
              <a:srgbClr val="845E6A"/>
            </a:gs>
            <a:gs pos="97000">
              <a:srgbClr val="FAE0CE"/>
            </a:gs>
            <a:gs pos="27380">
              <a:srgbClr val="FAE0CE"/>
            </a:gs>
            <a:gs pos="54000">
              <a:srgbClr val="FAE0CE">
                <a:alpha val="85000"/>
              </a:srgbClr>
            </a:gs>
            <a:gs pos="95000">
              <a:srgbClr val="845E6A"/>
            </a:gs>
            <a:gs pos="74000">
              <a:srgbClr val="845E6A">
                <a:alpha val="79000"/>
              </a:srgbClr>
            </a:gs>
            <a:gs pos="98000">
              <a:srgbClr val="FAE0CE">
                <a:alpha val="61000"/>
              </a:srgbClr>
            </a:gs>
          </a:gsLst>
          <a:lin ang="2700000" scaled="1"/>
          <a:tileRect/>
        </a:gradFill>
        <a:effectLst/>
      </p:bgPr>
    </p:bg>
    <p:spTree>
      <p:nvGrpSpPr>
        <p:cNvPr id="1" name=""/>
        <p:cNvGrpSpPr/>
        <p:nvPr/>
      </p:nvGrpSpPr>
      <p:grpSpPr>
        <a:xfrm>
          <a:off x="0" y="0"/>
          <a:ext cx="0" cy="0"/>
          <a:chOff x="0" y="0"/>
          <a:chExt cx="0" cy="0"/>
        </a:xfrm>
      </p:grpSpPr>
      <p:pic>
        <p:nvPicPr>
          <p:cNvPr id="10" name="صورة 9">
            <a:extLst>
              <a:ext uri="{FF2B5EF4-FFF2-40B4-BE49-F238E27FC236}">
                <a16:creationId xmlns:a16="http://schemas.microsoft.com/office/drawing/2014/main" id="{55198266-187B-4C0D-A6F1-BD9ECE39C4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11154" y="238873"/>
            <a:ext cx="5613116" cy="6475692"/>
          </a:xfrm>
          <a:prstGeom prst="rect">
            <a:avLst/>
          </a:prstGeom>
        </p:spPr>
      </p:pic>
      <p:sp>
        <p:nvSpPr>
          <p:cNvPr id="11" name="قلب 10">
            <a:extLst>
              <a:ext uri="{FF2B5EF4-FFF2-40B4-BE49-F238E27FC236}">
                <a16:creationId xmlns:a16="http://schemas.microsoft.com/office/drawing/2014/main" id="{F78E89EA-3749-C5CD-6696-04E0792F362E}"/>
              </a:ext>
            </a:extLst>
          </p:cNvPr>
          <p:cNvSpPr/>
          <p:nvPr/>
        </p:nvSpPr>
        <p:spPr>
          <a:xfrm>
            <a:off x="2248930" y="420130"/>
            <a:ext cx="197708" cy="358346"/>
          </a:xfrm>
          <a:prstGeom prst="heart">
            <a:avLst/>
          </a:prstGeom>
          <a:solidFill>
            <a:srgbClr val="FAE0CE"/>
          </a:solidFill>
          <a:effectLst>
            <a:glow rad="139700">
              <a:srgbClr val="845E6A">
                <a:alpha val="40000"/>
              </a:srgb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سهم: لليمين 11">
            <a:extLst>
              <a:ext uri="{FF2B5EF4-FFF2-40B4-BE49-F238E27FC236}">
                <a16:creationId xmlns:a16="http://schemas.microsoft.com/office/drawing/2014/main" id="{B226EDAB-03C2-83E4-F74D-5DA518BF3C8B}"/>
              </a:ext>
            </a:extLst>
          </p:cNvPr>
          <p:cNvSpPr/>
          <p:nvPr/>
        </p:nvSpPr>
        <p:spPr>
          <a:xfrm>
            <a:off x="1944615" y="2907230"/>
            <a:ext cx="2912077" cy="889686"/>
          </a:xfrm>
          <a:prstGeom prst="rightArrow">
            <a:avLst/>
          </a:prstGeom>
          <a:gradFill>
            <a:gsLst>
              <a:gs pos="11000">
                <a:srgbClr val="FAE0CE"/>
              </a:gs>
              <a:gs pos="31000">
                <a:srgbClr val="FAE0CE"/>
              </a:gs>
              <a:gs pos="0">
                <a:srgbClr val="FAE0CE"/>
              </a:gs>
              <a:gs pos="85000">
                <a:srgbClr val="845E6A"/>
              </a:gs>
              <a:gs pos="97000">
                <a:srgbClr val="FAE0CE"/>
              </a:gs>
              <a:gs pos="27380">
                <a:srgbClr val="FAE0CE"/>
              </a:gs>
              <a:gs pos="54000">
                <a:srgbClr val="FAE0CE">
                  <a:alpha val="85000"/>
                </a:srgbClr>
              </a:gs>
              <a:gs pos="95000">
                <a:srgbClr val="845E6A"/>
              </a:gs>
              <a:gs pos="74000">
                <a:srgbClr val="845E6A">
                  <a:alpha val="79000"/>
                </a:srgbClr>
              </a:gs>
              <a:gs pos="98000">
                <a:srgbClr val="FAE0CE">
                  <a:alpha val="61000"/>
                </a:srgbClr>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2400" b="1" dirty="0">
                <a:solidFill>
                  <a:schemeClr val="tx1"/>
                </a:solidFill>
              </a:rPr>
              <a:t>الواجهة الرئيسية</a:t>
            </a:r>
            <a:endParaRPr lang="en-US" sz="2400" b="1" dirty="0">
              <a:solidFill>
                <a:schemeClr val="tx1"/>
              </a:solidFill>
            </a:endParaRPr>
          </a:p>
        </p:txBody>
      </p:sp>
    </p:spTree>
    <p:extLst>
      <p:ext uri="{BB962C8B-B14F-4D97-AF65-F5344CB8AC3E}">
        <p14:creationId xmlns:p14="http://schemas.microsoft.com/office/powerpoint/2010/main" val="20228538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11000">
              <a:srgbClr val="FAE0CE"/>
            </a:gs>
            <a:gs pos="31000">
              <a:srgbClr val="FAE0CE"/>
            </a:gs>
            <a:gs pos="0">
              <a:srgbClr val="FAE0CE"/>
            </a:gs>
            <a:gs pos="85000">
              <a:srgbClr val="845E6A"/>
            </a:gs>
            <a:gs pos="97000">
              <a:srgbClr val="FAE0CE"/>
            </a:gs>
            <a:gs pos="27380">
              <a:srgbClr val="FAE0CE"/>
            </a:gs>
            <a:gs pos="54000">
              <a:srgbClr val="FAE0CE">
                <a:alpha val="85000"/>
              </a:srgbClr>
            </a:gs>
            <a:gs pos="95000">
              <a:srgbClr val="845E6A"/>
            </a:gs>
            <a:gs pos="74000">
              <a:srgbClr val="845E6A">
                <a:alpha val="79000"/>
              </a:srgbClr>
            </a:gs>
            <a:gs pos="98000">
              <a:srgbClr val="FAE0CE">
                <a:alpha val="61000"/>
              </a:srgbClr>
            </a:gs>
          </a:gsLst>
          <a:lin ang="2700000" scaled="1"/>
        </a:gradFill>
        <a:effectLst/>
      </p:bgPr>
    </p:bg>
    <p:spTree>
      <p:nvGrpSpPr>
        <p:cNvPr id="1" name=""/>
        <p:cNvGrpSpPr/>
        <p:nvPr/>
      </p:nvGrpSpPr>
      <p:grpSpPr>
        <a:xfrm>
          <a:off x="0" y="0"/>
          <a:ext cx="0" cy="0"/>
          <a:chOff x="0" y="0"/>
          <a:chExt cx="0" cy="0"/>
        </a:xfrm>
      </p:grpSpPr>
      <p:pic>
        <p:nvPicPr>
          <p:cNvPr id="2" name="صورة 1">
            <a:extLst>
              <a:ext uri="{FF2B5EF4-FFF2-40B4-BE49-F238E27FC236}">
                <a16:creationId xmlns:a16="http://schemas.microsoft.com/office/drawing/2014/main" id="{6F936D94-3C95-4034-9D8B-1CD998CF60C4}"/>
              </a:ext>
            </a:extLst>
          </p:cNvPr>
          <p:cNvPicPr>
            <a:picLocks noChangeAspect="1"/>
          </p:cNvPicPr>
          <p:nvPr/>
        </p:nvPicPr>
        <p:blipFill>
          <a:blip r:embed="rId2"/>
          <a:stretch>
            <a:fillRect/>
          </a:stretch>
        </p:blipFill>
        <p:spPr>
          <a:xfrm>
            <a:off x="677562" y="1040525"/>
            <a:ext cx="10836876" cy="5508557"/>
          </a:xfrm>
          <a:prstGeom prst="rect">
            <a:avLst/>
          </a:prstGeom>
        </p:spPr>
      </p:pic>
      <p:sp>
        <p:nvSpPr>
          <p:cNvPr id="3" name="مربع نص 2">
            <a:extLst>
              <a:ext uri="{FF2B5EF4-FFF2-40B4-BE49-F238E27FC236}">
                <a16:creationId xmlns:a16="http://schemas.microsoft.com/office/drawing/2014/main" id="{0E5E504B-43CE-DD13-A416-E1605F7EBB15}"/>
              </a:ext>
            </a:extLst>
          </p:cNvPr>
          <p:cNvSpPr txBox="1"/>
          <p:nvPr/>
        </p:nvSpPr>
        <p:spPr>
          <a:xfrm>
            <a:off x="3398109" y="123568"/>
            <a:ext cx="4522573" cy="707886"/>
          </a:xfrm>
          <a:prstGeom prst="rect">
            <a:avLst/>
          </a:prstGeom>
          <a:noFill/>
        </p:spPr>
        <p:txBody>
          <a:bodyPr wrap="square" rtlCol="0">
            <a:spAutoFit/>
          </a:bodyPr>
          <a:lstStyle/>
          <a:p>
            <a:r>
              <a:rPr lang="ar-AE" sz="4000" b="1" dirty="0"/>
              <a:t>واجهة تسجيل الدخول</a:t>
            </a:r>
            <a:endParaRPr lang="en-US" sz="4000" b="1" dirty="0"/>
          </a:p>
        </p:txBody>
      </p:sp>
    </p:spTree>
    <p:extLst>
      <p:ext uri="{BB962C8B-B14F-4D97-AF65-F5344CB8AC3E}">
        <p14:creationId xmlns:p14="http://schemas.microsoft.com/office/powerpoint/2010/main" val="40161801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a:gsLst>
            <a:gs pos="11000">
              <a:srgbClr val="FAE0CE"/>
            </a:gs>
            <a:gs pos="31000">
              <a:srgbClr val="FAE0CE"/>
            </a:gs>
            <a:gs pos="0">
              <a:srgbClr val="FAE0CE"/>
            </a:gs>
            <a:gs pos="85000">
              <a:srgbClr val="845E6A"/>
            </a:gs>
            <a:gs pos="97000">
              <a:srgbClr val="FAE0CE"/>
            </a:gs>
            <a:gs pos="27380">
              <a:srgbClr val="FAE0CE"/>
            </a:gs>
            <a:gs pos="54000">
              <a:srgbClr val="FAE0CE">
                <a:alpha val="85000"/>
              </a:srgbClr>
            </a:gs>
            <a:gs pos="95000">
              <a:srgbClr val="845E6A"/>
            </a:gs>
            <a:gs pos="74000">
              <a:srgbClr val="845E6A">
                <a:alpha val="79000"/>
              </a:srgbClr>
            </a:gs>
            <a:gs pos="98000">
              <a:srgbClr val="FAE0CE">
                <a:alpha val="61000"/>
              </a:srgbClr>
            </a:gs>
          </a:gsLst>
          <a:lin ang="2700000" scaled="1"/>
        </a:gradFill>
        <a:effectLst/>
      </p:bgPr>
    </p:bg>
    <p:spTree>
      <p:nvGrpSpPr>
        <p:cNvPr id="1" name=""/>
        <p:cNvGrpSpPr/>
        <p:nvPr/>
      </p:nvGrpSpPr>
      <p:grpSpPr>
        <a:xfrm>
          <a:off x="0" y="0"/>
          <a:ext cx="0" cy="0"/>
          <a:chOff x="0" y="0"/>
          <a:chExt cx="0" cy="0"/>
        </a:xfrm>
      </p:grpSpPr>
      <p:pic>
        <p:nvPicPr>
          <p:cNvPr id="2" name="صورة 1">
            <a:extLst>
              <a:ext uri="{FF2B5EF4-FFF2-40B4-BE49-F238E27FC236}">
                <a16:creationId xmlns:a16="http://schemas.microsoft.com/office/drawing/2014/main" id="{D9C5093D-D3CD-4E86-A3A9-FD88727C70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3396" y="690386"/>
            <a:ext cx="6985948" cy="5872644"/>
          </a:xfrm>
          <a:prstGeom prst="rect">
            <a:avLst/>
          </a:prstGeom>
          <a:effectLst>
            <a:glow rad="228600">
              <a:srgbClr val="660033">
                <a:alpha val="40000"/>
              </a:srgbClr>
            </a:glow>
            <a:outerShdw blurRad="50800" dist="38100" dir="13500000" algn="br" rotWithShape="0">
              <a:srgbClr val="845E6A">
                <a:alpha val="40000"/>
              </a:srgbClr>
            </a:outerShdw>
          </a:effectLst>
        </p:spPr>
      </p:pic>
      <p:sp>
        <p:nvSpPr>
          <p:cNvPr id="3" name="سهم: مسنن إلى اليمين 2">
            <a:extLst>
              <a:ext uri="{FF2B5EF4-FFF2-40B4-BE49-F238E27FC236}">
                <a16:creationId xmlns:a16="http://schemas.microsoft.com/office/drawing/2014/main" id="{7EC7E5C5-9E65-0E95-5945-D268F5EDA729}"/>
              </a:ext>
            </a:extLst>
          </p:cNvPr>
          <p:cNvSpPr/>
          <p:nvPr/>
        </p:nvSpPr>
        <p:spPr>
          <a:xfrm>
            <a:off x="0" y="2323070"/>
            <a:ext cx="2520779" cy="1303638"/>
          </a:xfrm>
          <a:prstGeom prst="notchedRightArrow">
            <a:avLst/>
          </a:prstGeom>
          <a:gradFill>
            <a:gsLst>
              <a:gs pos="11000">
                <a:srgbClr val="FAE0CE"/>
              </a:gs>
              <a:gs pos="31000">
                <a:srgbClr val="FAE0CE"/>
              </a:gs>
              <a:gs pos="0">
                <a:srgbClr val="FAE0CE"/>
              </a:gs>
              <a:gs pos="85000">
                <a:srgbClr val="845E6A"/>
              </a:gs>
              <a:gs pos="97000">
                <a:srgbClr val="FAE0CE"/>
              </a:gs>
              <a:gs pos="27380">
                <a:srgbClr val="FAE0CE"/>
              </a:gs>
              <a:gs pos="54000">
                <a:srgbClr val="FAE0CE">
                  <a:alpha val="85000"/>
                </a:srgbClr>
              </a:gs>
              <a:gs pos="95000">
                <a:srgbClr val="845E6A"/>
              </a:gs>
              <a:gs pos="74000">
                <a:srgbClr val="845E6A">
                  <a:alpha val="79000"/>
                </a:srgbClr>
              </a:gs>
              <a:gs pos="98000">
                <a:srgbClr val="FAE0CE">
                  <a:alpha val="61000"/>
                </a:srgbClr>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ar-AE" sz="2000" b="1" dirty="0">
                <a:solidFill>
                  <a:schemeClr val="tx1"/>
                </a:solidFill>
              </a:rPr>
              <a:t>لوحة التحكم للمدير</a:t>
            </a:r>
            <a:endParaRPr lang="en-US" sz="2000" b="1" dirty="0">
              <a:solidFill>
                <a:schemeClr val="tx1"/>
              </a:solidFill>
            </a:endParaRPr>
          </a:p>
        </p:txBody>
      </p:sp>
    </p:spTree>
    <p:extLst>
      <p:ext uri="{BB962C8B-B14F-4D97-AF65-F5344CB8AC3E}">
        <p14:creationId xmlns:p14="http://schemas.microsoft.com/office/powerpoint/2010/main" val="9983266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a:gsLst>
            <a:gs pos="11000">
              <a:srgbClr val="FAE0CE"/>
            </a:gs>
            <a:gs pos="31000">
              <a:srgbClr val="FAE0CE"/>
            </a:gs>
            <a:gs pos="0">
              <a:srgbClr val="FAE0CE"/>
            </a:gs>
            <a:gs pos="85000">
              <a:srgbClr val="845E6A"/>
            </a:gs>
            <a:gs pos="97000">
              <a:srgbClr val="FAE0CE"/>
            </a:gs>
            <a:gs pos="27380">
              <a:srgbClr val="FAE0CE"/>
            </a:gs>
            <a:gs pos="54000">
              <a:srgbClr val="FAE0CE">
                <a:alpha val="85000"/>
              </a:srgbClr>
            </a:gs>
            <a:gs pos="95000">
              <a:srgbClr val="845E6A"/>
            </a:gs>
            <a:gs pos="74000">
              <a:srgbClr val="845E6A">
                <a:alpha val="79000"/>
              </a:srgbClr>
            </a:gs>
            <a:gs pos="98000">
              <a:srgbClr val="FAE0CE">
                <a:alpha val="61000"/>
              </a:srgbClr>
            </a:gs>
          </a:gsLst>
          <a:lin ang="2700000" scaled="1"/>
        </a:gradFill>
        <a:effectLst/>
      </p:bgPr>
    </p:bg>
    <p:spTree>
      <p:nvGrpSpPr>
        <p:cNvPr id="1" name=""/>
        <p:cNvGrpSpPr/>
        <p:nvPr/>
      </p:nvGrpSpPr>
      <p:grpSpPr>
        <a:xfrm>
          <a:off x="0" y="0"/>
          <a:ext cx="0" cy="0"/>
          <a:chOff x="0" y="0"/>
          <a:chExt cx="0" cy="0"/>
        </a:xfrm>
      </p:grpSpPr>
      <p:pic>
        <p:nvPicPr>
          <p:cNvPr id="2" name="صورة 1">
            <a:extLst>
              <a:ext uri="{FF2B5EF4-FFF2-40B4-BE49-F238E27FC236}">
                <a16:creationId xmlns:a16="http://schemas.microsoft.com/office/drawing/2014/main" id="{A5914309-45C8-4FB6-8B13-80B13E3CF0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2058" y="823710"/>
            <a:ext cx="9727883" cy="6034290"/>
          </a:xfrm>
          <a:prstGeom prst="rect">
            <a:avLst/>
          </a:prstGeom>
        </p:spPr>
      </p:pic>
      <p:sp>
        <p:nvSpPr>
          <p:cNvPr id="3" name="مربع نص 2">
            <a:extLst>
              <a:ext uri="{FF2B5EF4-FFF2-40B4-BE49-F238E27FC236}">
                <a16:creationId xmlns:a16="http://schemas.microsoft.com/office/drawing/2014/main" id="{09F52203-12EC-63E4-C9D5-8B773B0B2168}"/>
              </a:ext>
            </a:extLst>
          </p:cNvPr>
          <p:cNvSpPr txBox="1"/>
          <p:nvPr/>
        </p:nvSpPr>
        <p:spPr>
          <a:xfrm>
            <a:off x="3731741" y="115385"/>
            <a:ext cx="3410464" cy="584775"/>
          </a:xfrm>
          <a:prstGeom prst="rect">
            <a:avLst/>
          </a:prstGeom>
          <a:noFill/>
        </p:spPr>
        <p:txBody>
          <a:bodyPr wrap="square" rtlCol="0">
            <a:spAutoFit/>
          </a:bodyPr>
          <a:lstStyle/>
          <a:p>
            <a:r>
              <a:rPr lang="ar-AE" sz="3200" dirty="0"/>
              <a:t>واجهة إدارة الأطباء</a:t>
            </a:r>
            <a:endParaRPr lang="en-US" sz="3200" dirty="0"/>
          </a:p>
        </p:txBody>
      </p:sp>
    </p:spTree>
    <p:extLst>
      <p:ext uri="{BB962C8B-B14F-4D97-AF65-F5344CB8AC3E}">
        <p14:creationId xmlns:p14="http://schemas.microsoft.com/office/powerpoint/2010/main" val="166757713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AE0CE"/>
        </a:solidFill>
        <a:effectLst/>
      </p:bgPr>
    </p:bg>
    <p:spTree>
      <p:nvGrpSpPr>
        <p:cNvPr id="1" name=""/>
        <p:cNvGrpSpPr/>
        <p:nvPr/>
      </p:nvGrpSpPr>
      <p:grpSpPr>
        <a:xfrm>
          <a:off x="0" y="0"/>
          <a:ext cx="0" cy="0"/>
          <a:chOff x="0" y="0"/>
          <a:chExt cx="0" cy="0"/>
        </a:xfrm>
      </p:grpSpPr>
      <p:pic>
        <p:nvPicPr>
          <p:cNvPr id="2" name="صورة 1">
            <a:extLst>
              <a:ext uri="{FF2B5EF4-FFF2-40B4-BE49-F238E27FC236}">
                <a16:creationId xmlns:a16="http://schemas.microsoft.com/office/drawing/2014/main" id="{D9F61018-72BF-4A20-8034-C027943B58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89786" y="752411"/>
            <a:ext cx="10012428" cy="5995729"/>
          </a:xfrm>
          <a:prstGeom prst="rect">
            <a:avLst/>
          </a:prstGeom>
        </p:spPr>
      </p:pic>
      <p:sp>
        <p:nvSpPr>
          <p:cNvPr id="3" name="مربع نص 2">
            <a:extLst>
              <a:ext uri="{FF2B5EF4-FFF2-40B4-BE49-F238E27FC236}">
                <a16:creationId xmlns:a16="http://schemas.microsoft.com/office/drawing/2014/main" id="{22ED6296-DEDD-D2FE-1D05-0662501B7B75}"/>
              </a:ext>
            </a:extLst>
          </p:cNvPr>
          <p:cNvSpPr txBox="1"/>
          <p:nvPr/>
        </p:nvSpPr>
        <p:spPr>
          <a:xfrm>
            <a:off x="3521676" y="109860"/>
            <a:ext cx="3534032" cy="584775"/>
          </a:xfrm>
          <a:prstGeom prst="rect">
            <a:avLst/>
          </a:prstGeom>
          <a:noFill/>
        </p:spPr>
        <p:txBody>
          <a:bodyPr wrap="square" rtlCol="0">
            <a:spAutoFit/>
          </a:bodyPr>
          <a:lstStyle/>
          <a:p>
            <a:r>
              <a:rPr lang="ar-AE" sz="3200" b="1" dirty="0"/>
              <a:t>واجهة إدارة الموظفين</a:t>
            </a:r>
            <a:endParaRPr lang="en-US" sz="3200" b="1" dirty="0"/>
          </a:p>
        </p:txBody>
      </p:sp>
    </p:spTree>
    <p:extLst>
      <p:ext uri="{BB962C8B-B14F-4D97-AF65-F5344CB8AC3E}">
        <p14:creationId xmlns:p14="http://schemas.microsoft.com/office/powerpoint/2010/main" val="13342209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AE0CE"/>
        </a:solidFill>
        <a:effectLst/>
      </p:bgPr>
    </p:bg>
    <p:spTree>
      <p:nvGrpSpPr>
        <p:cNvPr id="1" name=""/>
        <p:cNvGrpSpPr/>
        <p:nvPr/>
      </p:nvGrpSpPr>
      <p:grpSpPr>
        <a:xfrm>
          <a:off x="0" y="0"/>
          <a:ext cx="0" cy="0"/>
          <a:chOff x="0" y="0"/>
          <a:chExt cx="0" cy="0"/>
        </a:xfrm>
      </p:grpSpPr>
      <p:pic>
        <p:nvPicPr>
          <p:cNvPr id="2" name="صورة 1">
            <a:extLst>
              <a:ext uri="{FF2B5EF4-FFF2-40B4-BE49-F238E27FC236}">
                <a16:creationId xmlns:a16="http://schemas.microsoft.com/office/drawing/2014/main" id="{4E5AB628-8B7D-4FA1-AFDA-50833761AB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208" y="902416"/>
            <a:ext cx="9670447" cy="5847577"/>
          </a:xfrm>
          <a:prstGeom prst="rect">
            <a:avLst/>
          </a:prstGeom>
        </p:spPr>
      </p:pic>
      <p:sp>
        <p:nvSpPr>
          <p:cNvPr id="4" name="مربع نص 3">
            <a:extLst>
              <a:ext uri="{FF2B5EF4-FFF2-40B4-BE49-F238E27FC236}">
                <a16:creationId xmlns:a16="http://schemas.microsoft.com/office/drawing/2014/main" id="{47F424A7-EFC0-96C1-B009-9E16FABC7EAE}"/>
              </a:ext>
            </a:extLst>
          </p:cNvPr>
          <p:cNvSpPr txBox="1"/>
          <p:nvPr/>
        </p:nvSpPr>
        <p:spPr>
          <a:xfrm>
            <a:off x="3336324" y="108007"/>
            <a:ext cx="3793525" cy="584775"/>
          </a:xfrm>
          <a:prstGeom prst="rect">
            <a:avLst/>
          </a:prstGeom>
          <a:noFill/>
        </p:spPr>
        <p:txBody>
          <a:bodyPr wrap="square" rtlCol="0">
            <a:spAutoFit/>
          </a:bodyPr>
          <a:lstStyle/>
          <a:p>
            <a:r>
              <a:rPr lang="ar-AE" sz="3200" b="1" dirty="0"/>
              <a:t>واجهة إدارة إعدادات النظام</a:t>
            </a:r>
            <a:endParaRPr lang="en-US" sz="3200" b="1" dirty="0"/>
          </a:p>
        </p:txBody>
      </p:sp>
    </p:spTree>
    <p:extLst>
      <p:ext uri="{BB962C8B-B14F-4D97-AF65-F5344CB8AC3E}">
        <p14:creationId xmlns:p14="http://schemas.microsoft.com/office/powerpoint/2010/main" val="736399714"/>
      </p:ext>
    </p:extLst>
  </p:cSld>
  <p:clrMapOvr>
    <a:masterClrMapping/>
  </p:clrMapOvr>
</p:sld>
</file>

<file path=ppt/theme/theme1.xml><?xml version="1.0" encoding="utf-8"?>
<a:theme xmlns:a="http://schemas.openxmlformats.org/drawingml/2006/main" name="نسق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814</TotalTime>
  <Words>1319</Words>
  <Application>Microsoft Office PowerPoint</Application>
  <PresentationFormat>Widescreen</PresentationFormat>
  <Paragraphs>308</Paragraphs>
  <Slides>26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26</vt:i4>
      </vt:variant>
    </vt:vector>
  </HeadingPairs>
  <TitlesOfParts>
    <vt:vector size="33" baseType="lpstr">
      <vt:lpstr>Arial</vt:lpstr>
      <vt:lpstr>Calibri</vt:lpstr>
      <vt:lpstr>Calibri Light</vt:lpstr>
      <vt:lpstr>Courier New</vt:lpstr>
      <vt:lpstr>Simplified Arabic</vt:lpstr>
      <vt:lpstr>Symbol</vt:lpstr>
      <vt:lpstr>نسق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HP</cp:lastModifiedBy>
  <cp:revision>11</cp:revision>
  <dcterms:created xsi:type="dcterms:W3CDTF">2025-11-12T18:35:25Z</dcterms:created>
  <dcterms:modified xsi:type="dcterms:W3CDTF">2025-12-22T10:27:41Z</dcterms:modified>
</cp:coreProperties>
</file>